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09" r:id="rId1"/>
  </p:sldMasterIdLst>
  <p:notesMasterIdLst>
    <p:notesMasterId r:id="rId15"/>
  </p:notesMasterIdLst>
  <p:sldIdLst>
    <p:sldId id="549" r:id="rId2"/>
    <p:sldId id="558" r:id="rId3"/>
    <p:sldId id="550" r:id="rId4"/>
    <p:sldId id="551" r:id="rId5"/>
    <p:sldId id="552" r:id="rId6"/>
    <p:sldId id="553" r:id="rId7"/>
    <p:sldId id="554" r:id="rId8"/>
    <p:sldId id="555" r:id="rId9"/>
    <p:sldId id="556" r:id="rId10"/>
    <p:sldId id="557" r:id="rId11"/>
    <p:sldId id="559" r:id="rId12"/>
    <p:sldId id="560" r:id="rId13"/>
    <p:sldId id="561" r:id="rId14"/>
  </p:sldIdLst>
  <p:sldSz cx="9144000" cy="5143500" type="screen16x9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60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32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2004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6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333333"/>
    <a:srgbClr val="5A9482"/>
    <a:srgbClr val="6B935B"/>
    <a:srgbClr val="AB0520"/>
    <a:srgbClr val="0C234B"/>
    <a:srgbClr val="81D3EB"/>
    <a:srgbClr val="C8D9D8"/>
    <a:srgbClr val="6F868D"/>
    <a:srgbClr val="83B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5B14BE-5F37-4A97-B621-CDB30BD9AC8D}" v="4" dt="2023-11-22T15:50:06.8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29" autoAdjust="0"/>
    <p:restoredTop sz="94521" autoAdjust="0"/>
  </p:normalViewPr>
  <p:slideViewPr>
    <p:cSldViewPr snapToGrid="0">
      <p:cViewPr varScale="1">
        <p:scale>
          <a:sx n="155" d="100"/>
          <a:sy n="155" d="100"/>
        </p:scale>
        <p:origin x="184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on ONeal" userId="00fd13140c01cef7" providerId="LiveId" clId="{195B14BE-5F37-4A97-B621-CDB30BD9AC8D}"/>
    <pc:docChg chg="undo custSel addSld delSld modSld sldOrd modMainMaster">
      <pc:chgData name="Sharon ONeal" userId="00fd13140c01cef7" providerId="LiveId" clId="{195B14BE-5F37-4A97-B621-CDB30BD9AC8D}" dt="2023-11-22T15:50:11.464" v="2910" actId="1076"/>
      <pc:docMkLst>
        <pc:docMk/>
      </pc:docMkLst>
      <pc:sldChg chg="del">
        <pc:chgData name="Sharon ONeal" userId="00fd13140c01cef7" providerId="LiveId" clId="{195B14BE-5F37-4A97-B621-CDB30BD9AC8D}" dt="2023-11-22T15:30:57.763" v="233" actId="47"/>
        <pc:sldMkLst>
          <pc:docMk/>
          <pc:sldMk cId="659883537" sldId="416"/>
        </pc:sldMkLst>
      </pc:sldChg>
      <pc:sldChg chg="del">
        <pc:chgData name="Sharon ONeal" userId="00fd13140c01cef7" providerId="LiveId" clId="{195B14BE-5F37-4A97-B621-CDB30BD9AC8D}" dt="2023-11-22T15:30:58.194" v="234" actId="47"/>
        <pc:sldMkLst>
          <pc:docMk/>
          <pc:sldMk cId="3002957180" sldId="419"/>
        </pc:sldMkLst>
      </pc:sldChg>
      <pc:sldChg chg="del">
        <pc:chgData name="Sharon ONeal" userId="00fd13140c01cef7" providerId="LiveId" clId="{195B14BE-5F37-4A97-B621-CDB30BD9AC8D}" dt="2023-11-22T15:30:59.541" v="238" actId="47"/>
        <pc:sldMkLst>
          <pc:docMk/>
          <pc:sldMk cId="2092842722" sldId="420"/>
        </pc:sldMkLst>
      </pc:sldChg>
      <pc:sldChg chg="del">
        <pc:chgData name="Sharon ONeal" userId="00fd13140c01cef7" providerId="LiveId" clId="{195B14BE-5F37-4A97-B621-CDB30BD9AC8D}" dt="2023-11-22T15:30:59.822" v="239" actId="47"/>
        <pc:sldMkLst>
          <pc:docMk/>
          <pc:sldMk cId="2516652527" sldId="421"/>
        </pc:sldMkLst>
      </pc:sldChg>
      <pc:sldChg chg="del">
        <pc:chgData name="Sharon ONeal" userId="00fd13140c01cef7" providerId="LiveId" clId="{195B14BE-5F37-4A97-B621-CDB30BD9AC8D}" dt="2023-11-22T15:31:00.034" v="240" actId="47"/>
        <pc:sldMkLst>
          <pc:docMk/>
          <pc:sldMk cId="3973315124" sldId="422"/>
        </pc:sldMkLst>
      </pc:sldChg>
      <pc:sldChg chg="del">
        <pc:chgData name="Sharon ONeal" userId="00fd13140c01cef7" providerId="LiveId" clId="{195B14BE-5F37-4A97-B621-CDB30BD9AC8D}" dt="2023-11-22T15:31:00.974" v="244" actId="47"/>
        <pc:sldMkLst>
          <pc:docMk/>
          <pc:sldMk cId="526638027" sldId="423"/>
        </pc:sldMkLst>
      </pc:sldChg>
      <pc:sldChg chg="del">
        <pc:chgData name="Sharon ONeal" userId="00fd13140c01cef7" providerId="LiveId" clId="{195B14BE-5F37-4A97-B621-CDB30BD9AC8D}" dt="2023-11-22T15:31:00.272" v="241" actId="47"/>
        <pc:sldMkLst>
          <pc:docMk/>
          <pc:sldMk cId="2655582549" sldId="424"/>
        </pc:sldMkLst>
      </pc:sldChg>
      <pc:sldChg chg="addSp delSp modSp add del mod">
        <pc:chgData name="Sharon ONeal" userId="00fd13140c01cef7" providerId="LiveId" clId="{195B14BE-5F37-4A97-B621-CDB30BD9AC8D}" dt="2023-11-22T15:31:03.054" v="246" actId="47"/>
        <pc:sldMkLst>
          <pc:docMk/>
          <pc:sldMk cId="1946760519" sldId="549"/>
        </pc:sldMkLst>
        <pc:spChg chg="mod">
          <ac:chgData name="Sharon ONeal" userId="00fd13140c01cef7" providerId="LiveId" clId="{195B14BE-5F37-4A97-B621-CDB30BD9AC8D}" dt="2023-11-22T15:30:38.501" v="232" actId="20577"/>
          <ac:spMkLst>
            <pc:docMk/>
            <pc:sldMk cId="1946760519" sldId="549"/>
            <ac:spMk id="2" creationId="{2603420F-9319-4EA7-A624-A45BC667901E}"/>
          </ac:spMkLst>
        </pc:spChg>
        <pc:spChg chg="mod">
          <ac:chgData name="Sharon ONeal" userId="00fd13140c01cef7" providerId="LiveId" clId="{195B14BE-5F37-4A97-B621-CDB30BD9AC8D}" dt="2023-11-22T15:30:18.666" v="207" actId="114"/>
          <ac:spMkLst>
            <pc:docMk/>
            <pc:sldMk cId="1946760519" sldId="549"/>
            <ac:spMk id="9" creationId="{FF64E7CE-B88B-EE8C-6E25-517133AF9FAF}"/>
          </ac:spMkLst>
        </pc:spChg>
        <pc:picChg chg="add mod">
          <ac:chgData name="Sharon ONeal" userId="00fd13140c01cef7" providerId="LiveId" clId="{195B14BE-5F37-4A97-B621-CDB30BD9AC8D}" dt="2023-11-22T15:28:43.464" v="180" actId="1076"/>
          <ac:picMkLst>
            <pc:docMk/>
            <pc:sldMk cId="1946760519" sldId="549"/>
            <ac:picMk id="3" creationId="{411BA0F8-3114-6AEA-CD3F-AC594F3DCE00}"/>
          </ac:picMkLst>
        </pc:picChg>
        <pc:picChg chg="del mod">
          <ac:chgData name="Sharon ONeal" userId="00fd13140c01cef7" providerId="LiveId" clId="{195B14BE-5F37-4A97-B621-CDB30BD9AC8D}" dt="2023-11-22T15:29:23.599" v="190" actId="478"/>
          <ac:picMkLst>
            <pc:docMk/>
            <pc:sldMk cId="1946760519" sldId="549"/>
            <ac:picMk id="4" creationId="{9EA8F1CF-FCE8-291B-98AE-51979D7C9D2C}"/>
          </ac:picMkLst>
        </pc:picChg>
      </pc:sldChg>
      <pc:sldChg chg="del">
        <pc:chgData name="Sharon ONeal" userId="00fd13140c01cef7" providerId="LiveId" clId="{195B14BE-5F37-4A97-B621-CDB30BD9AC8D}" dt="2023-11-22T15:30:58.563" v="235" actId="47"/>
        <pc:sldMkLst>
          <pc:docMk/>
          <pc:sldMk cId="147051522" sldId="550"/>
        </pc:sldMkLst>
      </pc:sldChg>
      <pc:sldChg chg="delSp modSp new mod">
        <pc:chgData name="Sharon ONeal" userId="00fd13140c01cef7" providerId="LiveId" clId="{195B14BE-5F37-4A97-B621-CDB30BD9AC8D}" dt="2023-11-22T15:34:33.093" v="527" actId="20577"/>
        <pc:sldMkLst>
          <pc:docMk/>
          <pc:sldMk cId="1494725033" sldId="550"/>
        </pc:sldMkLst>
        <pc:spChg chg="mod">
          <ac:chgData name="Sharon ONeal" userId="00fd13140c01cef7" providerId="LiveId" clId="{195B14BE-5F37-4A97-B621-CDB30BD9AC8D}" dt="2023-11-22T15:34:27.661" v="517" actId="20577"/>
          <ac:spMkLst>
            <pc:docMk/>
            <pc:sldMk cId="1494725033" sldId="550"/>
            <ac:spMk id="2" creationId="{593FBF94-64A2-519C-76AF-8C2FE9701636}"/>
          </ac:spMkLst>
        </pc:spChg>
        <pc:spChg chg="del">
          <ac:chgData name="Sharon ONeal" userId="00fd13140c01cef7" providerId="LiveId" clId="{195B14BE-5F37-4A97-B621-CDB30BD9AC8D}" dt="2023-11-22T15:31:11.726" v="248" actId="478"/>
          <ac:spMkLst>
            <pc:docMk/>
            <pc:sldMk cId="1494725033" sldId="550"/>
            <ac:spMk id="3" creationId="{72A18A5F-4E97-1B6E-0F80-2EA7D4B2268F}"/>
          </ac:spMkLst>
        </pc:spChg>
        <pc:spChg chg="mod">
          <ac:chgData name="Sharon ONeal" userId="00fd13140c01cef7" providerId="LiveId" clId="{195B14BE-5F37-4A97-B621-CDB30BD9AC8D}" dt="2023-11-22T15:34:33.093" v="527" actId="20577"/>
          <ac:spMkLst>
            <pc:docMk/>
            <pc:sldMk cId="1494725033" sldId="550"/>
            <ac:spMk id="4" creationId="{48D90B8E-CBEF-9627-8293-240110E79642}"/>
          </ac:spMkLst>
        </pc:spChg>
      </pc:sldChg>
      <pc:sldChg chg="del">
        <pc:chgData name="Sharon ONeal" userId="00fd13140c01cef7" providerId="LiveId" clId="{195B14BE-5F37-4A97-B621-CDB30BD9AC8D}" dt="2023-11-22T15:31:00.737" v="243" actId="47"/>
        <pc:sldMkLst>
          <pc:docMk/>
          <pc:sldMk cId="3177219718" sldId="551"/>
        </pc:sldMkLst>
      </pc:sldChg>
      <pc:sldChg chg="modSp add mod">
        <pc:chgData name="Sharon ONeal" userId="00fd13140c01cef7" providerId="LiveId" clId="{195B14BE-5F37-4A97-B621-CDB30BD9AC8D}" dt="2023-11-22T15:35:36.997" v="717" actId="20577"/>
        <pc:sldMkLst>
          <pc:docMk/>
          <pc:sldMk cId="3208036144" sldId="551"/>
        </pc:sldMkLst>
        <pc:spChg chg="mod">
          <ac:chgData name="Sharon ONeal" userId="00fd13140c01cef7" providerId="LiveId" clId="{195B14BE-5F37-4A97-B621-CDB30BD9AC8D}" dt="2023-11-22T15:34:54.502" v="566" actId="20577"/>
          <ac:spMkLst>
            <pc:docMk/>
            <pc:sldMk cId="3208036144" sldId="551"/>
            <ac:spMk id="2" creationId="{593FBF94-64A2-519C-76AF-8C2FE9701636}"/>
          </ac:spMkLst>
        </pc:spChg>
        <pc:spChg chg="mod">
          <ac:chgData name="Sharon ONeal" userId="00fd13140c01cef7" providerId="LiveId" clId="{195B14BE-5F37-4A97-B621-CDB30BD9AC8D}" dt="2023-11-22T15:35:36.997" v="717" actId="20577"/>
          <ac:spMkLst>
            <pc:docMk/>
            <pc:sldMk cId="3208036144" sldId="551"/>
            <ac:spMk id="4" creationId="{48D90B8E-CBEF-9627-8293-240110E79642}"/>
          </ac:spMkLst>
        </pc:spChg>
      </pc:sldChg>
      <pc:sldChg chg="modSp add mod">
        <pc:chgData name="Sharon ONeal" userId="00fd13140c01cef7" providerId="LiveId" clId="{195B14BE-5F37-4A97-B621-CDB30BD9AC8D}" dt="2023-11-22T15:36:59.597" v="1012" actId="14100"/>
        <pc:sldMkLst>
          <pc:docMk/>
          <pc:sldMk cId="1108937884" sldId="552"/>
        </pc:sldMkLst>
        <pc:spChg chg="mod">
          <ac:chgData name="Sharon ONeal" userId="00fd13140c01cef7" providerId="LiveId" clId="{195B14BE-5F37-4A97-B621-CDB30BD9AC8D}" dt="2023-11-22T15:36:05.405" v="772" actId="20577"/>
          <ac:spMkLst>
            <pc:docMk/>
            <pc:sldMk cId="1108937884" sldId="552"/>
            <ac:spMk id="2" creationId="{593FBF94-64A2-519C-76AF-8C2FE9701636}"/>
          </ac:spMkLst>
        </pc:spChg>
        <pc:spChg chg="mod">
          <ac:chgData name="Sharon ONeal" userId="00fd13140c01cef7" providerId="LiveId" clId="{195B14BE-5F37-4A97-B621-CDB30BD9AC8D}" dt="2023-11-22T15:36:59.597" v="1012" actId="14100"/>
          <ac:spMkLst>
            <pc:docMk/>
            <pc:sldMk cId="1108937884" sldId="552"/>
            <ac:spMk id="4" creationId="{48D90B8E-CBEF-9627-8293-240110E79642}"/>
          </ac:spMkLst>
        </pc:spChg>
      </pc:sldChg>
      <pc:sldChg chg="del">
        <pc:chgData name="Sharon ONeal" userId="00fd13140c01cef7" providerId="LiveId" clId="{195B14BE-5F37-4A97-B621-CDB30BD9AC8D}" dt="2023-11-22T15:30:59.182" v="237" actId="47"/>
        <pc:sldMkLst>
          <pc:docMk/>
          <pc:sldMk cId="1136619519" sldId="552"/>
        </pc:sldMkLst>
      </pc:sldChg>
      <pc:sldChg chg="modSp add mod">
        <pc:chgData name="Sharon ONeal" userId="00fd13140c01cef7" providerId="LiveId" clId="{195B14BE-5F37-4A97-B621-CDB30BD9AC8D}" dt="2023-11-22T15:37:28.352" v="1108" actId="20577"/>
        <pc:sldMkLst>
          <pc:docMk/>
          <pc:sldMk cId="49708717" sldId="553"/>
        </pc:sldMkLst>
        <pc:spChg chg="mod">
          <ac:chgData name="Sharon ONeal" userId="00fd13140c01cef7" providerId="LiveId" clId="{195B14BE-5F37-4A97-B621-CDB30BD9AC8D}" dt="2023-11-22T15:37:19.278" v="1050" actId="20577"/>
          <ac:spMkLst>
            <pc:docMk/>
            <pc:sldMk cId="49708717" sldId="553"/>
            <ac:spMk id="2" creationId="{593FBF94-64A2-519C-76AF-8C2FE9701636}"/>
          </ac:spMkLst>
        </pc:spChg>
        <pc:spChg chg="mod">
          <ac:chgData name="Sharon ONeal" userId="00fd13140c01cef7" providerId="LiveId" clId="{195B14BE-5F37-4A97-B621-CDB30BD9AC8D}" dt="2023-11-22T15:37:28.352" v="1108" actId="20577"/>
          <ac:spMkLst>
            <pc:docMk/>
            <pc:sldMk cId="49708717" sldId="553"/>
            <ac:spMk id="4" creationId="{48D90B8E-CBEF-9627-8293-240110E79642}"/>
          </ac:spMkLst>
        </pc:spChg>
      </pc:sldChg>
      <pc:sldChg chg="modSp add mod">
        <pc:chgData name="Sharon ONeal" userId="00fd13140c01cef7" providerId="LiveId" clId="{195B14BE-5F37-4A97-B621-CDB30BD9AC8D}" dt="2023-11-22T15:38:44.398" v="1323" actId="20577"/>
        <pc:sldMkLst>
          <pc:docMk/>
          <pc:sldMk cId="3294806947" sldId="554"/>
        </pc:sldMkLst>
        <pc:spChg chg="mod">
          <ac:chgData name="Sharon ONeal" userId="00fd13140c01cef7" providerId="LiveId" clId="{195B14BE-5F37-4A97-B621-CDB30BD9AC8D}" dt="2023-11-22T15:37:40.516" v="1140" actId="20577"/>
          <ac:spMkLst>
            <pc:docMk/>
            <pc:sldMk cId="3294806947" sldId="554"/>
            <ac:spMk id="2" creationId="{593FBF94-64A2-519C-76AF-8C2FE9701636}"/>
          </ac:spMkLst>
        </pc:spChg>
        <pc:spChg chg="mod">
          <ac:chgData name="Sharon ONeal" userId="00fd13140c01cef7" providerId="LiveId" clId="{195B14BE-5F37-4A97-B621-CDB30BD9AC8D}" dt="2023-11-22T15:38:44.398" v="1323" actId="20577"/>
          <ac:spMkLst>
            <pc:docMk/>
            <pc:sldMk cId="3294806947" sldId="554"/>
            <ac:spMk id="4" creationId="{48D90B8E-CBEF-9627-8293-240110E79642}"/>
          </ac:spMkLst>
        </pc:spChg>
      </pc:sldChg>
      <pc:sldChg chg="del">
        <pc:chgData name="Sharon ONeal" userId="00fd13140c01cef7" providerId="LiveId" clId="{195B14BE-5F37-4A97-B621-CDB30BD9AC8D}" dt="2023-11-22T15:31:00.506" v="242" actId="47"/>
        <pc:sldMkLst>
          <pc:docMk/>
          <pc:sldMk cId="3324387473" sldId="554"/>
        </pc:sldMkLst>
      </pc:sldChg>
      <pc:sldChg chg="modSp add mod">
        <pc:chgData name="Sharon ONeal" userId="00fd13140c01cef7" providerId="LiveId" clId="{195B14BE-5F37-4A97-B621-CDB30BD9AC8D}" dt="2023-11-22T15:43:49.698" v="2064" actId="114"/>
        <pc:sldMkLst>
          <pc:docMk/>
          <pc:sldMk cId="3462982516" sldId="555"/>
        </pc:sldMkLst>
        <pc:spChg chg="mod">
          <ac:chgData name="Sharon ONeal" userId="00fd13140c01cef7" providerId="LiveId" clId="{195B14BE-5F37-4A97-B621-CDB30BD9AC8D}" dt="2023-11-22T15:43:49.698" v="2064" actId="114"/>
          <ac:spMkLst>
            <pc:docMk/>
            <pc:sldMk cId="3462982516" sldId="555"/>
            <ac:spMk id="2" creationId="{593FBF94-64A2-519C-76AF-8C2FE9701636}"/>
          </ac:spMkLst>
        </pc:spChg>
        <pc:spChg chg="mod">
          <ac:chgData name="Sharon ONeal" userId="00fd13140c01cef7" providerId="LiveId" clId="{195B14BE-5F37-4A97-B621-CDB30BD9AC8D}" dt="2023-11-22T15:43:28.811" v="2059" actId="20577"/>
          <ac:spMkLst>
            <pc:docMk/>
            <pc:sldMk cId="3462982516" sldId="555"/>
            <ac:spMk id="4" creationId="{48D90B8E-CBEF-9627-8293-240110E79642}"/>
          </ac:spMkLst>
        </pc:spChg>
      </pc:sldChg>
      <pc:sldChg chg="modSp add mod">
        <pc:chgData name="Sharon ONeal" userId="00fd13140c01cef7" providerId="LiveId" clId="{195B14BE-5F37-4A97-B621-CDB30BD9AC8D}" dt="2023-11-22T15:46:03.575" v="2458" actId="948"/>
        <pc:sldMkLst>
          <pc:docMk/>
          <pc:sldMk cId="2214578839" sldId="556"/>
        </pc:sldMkLst>
        <pc:spChg chg="mod">
          <ac:chgData name="Sharon ONeal" userId="00fd13140c01cef7" providerId="LiveId" clId="{195B14BE-5F37-4A97-B621-CDB30BD9AC8D}" dt="2023-11-22T15:43:55.836" v="2079" actId="20577"/>
          <ac:spMkLst>
            <pc:docMk/>
            <pc:sldMk cId="2214578839" sldId="556"/>
            <ac:spMk id="2" creationId="{593FBF94-64A2-519C-76AF-8C2FE9701636}"/>
          </ac:spMkLst>
        </pc:spChg>
        <pc:spChg chg="mod">
          <ac:chgData name="Sharon ONeal" userId="00fd13140c01cef7" providerId="LiveId" clId="{195B14BE-5F37-4A97-B621-CDB30BD9AC8D}" dt="2023-11-22T15:46:03.575" v="2458" actId="948"/>
          <ac:spMkLst>
            <pc:docMk/>
            <pc:sldMk cId="2214578839" sldId="556"/>
            <ac:spMk id="4" creationId="{48D90B8E-CBEF-9627-8293-240110E79642}"/>
          </ac:spMkLst>
        </pc:spChg>
      </pc:sldChg>
      <pc:sldChg chg="modSp add mod">
        <pc:chgData name="Sharon ONeal" userId="00fd13140c01cef7" providerId="LiveId" clId="{195B14BE-5F37-4A97-B621-CDB30BD9AC8D}" dt="2023-11-22T15:46:55.079" v="2614" actId="313"/>
        <pc:sldMkLst>
          <pc:docMk/>
          <pc:sldMk cId="2653865970" sldId="557"/>
        </pc:sldMkLst>
        <pc:spChg chg="mod">
          <ac:chgData name="Sharon ONeal" userId="00fd13140c01cef7" providerId="LiveId" clId="{195B14BE-5F37-4A97-B621-CDB30BD9AC8D}" dt="2023-11-22T15:46:20.208" v="2475" actId="20577"/>
          <ac:spMkLst>
            <pc:docMk/>
            <pc:sldMk cId="2653865970" sldId="557"/>
            <ac:spMk id="2" creationId="{593FBF94-64A2-519C-76AF-8C2FE9701636}"/>
          </ac:spMkLst>
        </pc:spChg>
        <pc:spChg chg="mod">
          <ac:chgData name="Sharon ONeal" userId="00fd13140c01cef7" providerId="LiveId" clId="{195B14BE-5F37-4A97-B621-CDB30BD9AC8D}" dt="2023-11-22T15:46:55.079" v="2614" actId="313"/>
          <ac:spMkLst>
            <pc:docMk/>
            <pc:sldMk cId="2653865970" sldId="557"/>
            <ac:spMk id="4" creationId="{48D90B8E-CBEF-9627-8293-240110E79642}"/>
          </ac:spMkLst>
        </pc:spChg>
      </pc:sldChg>
      <pc:sldChg chg="addSp modSp add mod ord">
        <pc:chgData name="Sharon ONeal" userId="00fd13140c01cef7" providerId="LiveId" clId="{195B14BE-5F37-4A97-B621-CDB30BD9AC8D}" dt="2023-11-22T15:49:43.368" v="2903" actId="20577"/>
        <pc:sldMkLst>
          <pc:docMk/>
          <pc:sldMk cId="2732992466" sldId="558"/>
        </pc:sldMkLst>
        <pc:spChg chg="mod">
          <ac:chgData name="Sharon ONeal" userId="00fd13140c01cef7" providerId="LiveId" clId="{195B14BE-5F37-4A97-B621-CDB30BD9AC8D}" dt="2023-11-22T15:32:02.839" v="274" actId="20577"/>
          <ac:spMkLst>
            <pc:docMk/>
            <pc:sldMk cId="2732992466" sldId="558"/>
            <ac:spMk id="2" creationId="{593FBF94-64A2-519C-76AF-8C2FE9701636}"/>
          </ac:spMkLst>
        </pc:spChg>
        <pc:spChg chg="mod">
          <ac:chgData name="Sharon ONeal" userId="00fd13140c01cef7" providerId="LiveId" clId="{195B14BE-5F37-4A97-B621-CDB30BD9AC8D}" dt="2023-11-22T15:49:43.368" v="2903" actId="20577"/>
          <ac:spMkLst>
            <pc:docMk/>
            <pc:sldMk cId="2732992466" sldId="558"/>
            <ac:spMk id="4" creationId="{48D90B8E-CBEF-9627-8293-240110E79642}"/>
          </ac:spMkLst>
        </pc:spChg>
        <pc:picChg chg="add mod">
          <ac:chgData name="Sharon ONeal" userId="00fd13140c01cef7" providerId="LiveId" clId="{195B14BE-5F37-4A97-B621-CDB30BD9AC8D}" dt="2023-11-22T15:33:55.109" v="457" actId="1076"/>
          <ac:picMkLst>
            <pc:docMk/>
            <pc:sldMk cId="2732992466" sldId="558"/>
            <ac:picMk id="3" creationId="{D1EA1716-D60F-996F-9A91-BBF684BEB3C5}"/>
          </ac:picMkLst>
        </pc:picChg>
      </pc:sldChg>
      <pc:sldChg chg="modSp add mod">
        <pc:chgData name="Sharon ONeal" userId="00fd13140c01cef7" providerId="LiveId" clId="{195B14BE-5F37-4A97-B621-CDB30BD9AC8D}" dt="2023-11-22T15:47:56.694" v="2729" actId="20577"/>
        <pc:sldMkLst>
          <pc:docMk/>
          <pc:sldMk cId="1380417066" sldId="559"/>
        </pc:sldMkLst>
        <pc:spChg chg="mod">
          <ac:chgData name="Sharon ONeal" userId="00fd13140c01cef7" providerId="LiveId" clId="{195B14BE-5F37-4A97-B621-CDB30BD9AC8D}" dt="2023-11-22T15:47:08.951" v="2633" actId="20577"/>
          <ac:spMkLst>
            <pc:docMk/>
            <pc:sldMk cId="1380417066" sldId="559"/>
            <ac:spMk id="2" creationId="{593FBF94-64A2-519C-76AF-8C2FE9701636}"/>
          </ac:spMkLst>
        </pc:spChg>
        <pc:spChg chg="mod">
          <ac:chgData name="Sharon ONeal" userId="00fd13140c01cef7" providerId="LiveId" clId="{195B14BE-5F37-4A97-B621-CDB30BD9AC8D}" dt="2023-11-22T15:47:56.694" v="2729" actId="20577"/>
          <ac:spMkLst>
            <pc:docMk/>
            <pc:sldMk cId="1380417066" sldId="559"/>
            <ac:spMk id="4" creationId="{48D90B8E-CBEF-9627-8293-240110E79642}"/>
          </ac:spMkLst>
        </pc:spChg>
      </pc:sldChg>
      <pc:sldChg chg="modSp add mod">
        <pc:chgData name="Sharon ONeal" userId="00fd13140c01cef7" providerId="LiveId" clId="{195B14BE-5F37-4A97-B621-CDB30BD9AC8D}" dt="2023-11-22T15:49:19.213" v="2888" actId="20577"/>
        <pc:sldMkLst>
          <pc:docMk/>
          <pc:sldMk cId="1014136703" sldId="560"/>
        </pc:sldMkLst>
        <pc:spChg chg="mod">
          <ac:chgData name="Sharon ONeal" userId="00fd13140c01cef7" providerId="LiveId" clId="{195B14BE-5F37-4A97-B621-CDB30BD9AC8D}" dt="2023-11-22T15:48:15.806" v="2764" actId="20577"/>
          <ac:spMkLst>
            <pc:docMk/>
            <pc:sldMk cId="1014136703" sldId="560"/>
            <ac:spMk id="2" creationId="{593FBF94-64A2-519C-76AF-8C2FE9701636}"/>
          </ac:spMkLst>
        </pc:spChg>
        <pc:spChg chg="mod">
          <ac:chgData name="Sharon ONeal" userId="00fd13140c01cef7" providerId="LiveId" clId="{195B14BE-5F37-4A97-B621-CDB30BD9AC8D}" dt="2023-11-22T15:49:19.213" v="2888" actId="20577"/>
          <ac:spMkLst>
            <pc:docMk/>
            <pc:sldMk cId="1014136703" sldId="560"/>
            <ac:spMk id="4" creationId="{48D90B8E-CBEF-9627-8293-240110E79642}"/>
          </ac:spMkLst>
        </pc:spChg>
      </pc:sldChg>
      <pc:sldChg chg="del">
        <pc:chgData name="Sharon ONeal" userId="00fd13140c01cef7" providerId="LiveId" clId="{195B14BE-5F37-4A97-B621-CDB30BD9AC8D}" dt="2023-11-22T15:30:58.889" v="236" actId="47"/>
        <pc:sldMkLst>
          <pc:docMk/>
          <pc:sldMk cId="3979763053" sldId="560"/>
        </pc:sldMkLst>
      </pc:sldChg>
      <pc:sldChg chg="addSp modSp add mod">
        <pc:chgData name="Sharon ONeal" userId="00fd13140c01cef7" providerId="LiveId" clId="{195B14BE-5F37-4A97-B621-CDB30BD9AC8D}" dt="2023-11-22T15:50:11.464" v="2910" actId="1076"/>
        <pc:sldMkLst>
          <pc:docMk/>
          <pc:sldMk cId="1020566302" sldId="561"/>
        </pc:sldMkLst>
        <pc:spChg chg="mod">
          <ac:chgData name="Sharon ONeal" userId="00fd13140c01cef7" providerId="LiveId" clId="{195B14BE-5F37-4A97-B621-CDB30BD9AC8D}" dt="2023-11-22T15:49:31.052" v="2902" actId="20577"/>
          <ac:spMkLst>
            <pc:docMk/>
            <pc:sldMk cId="1020566302" sldId="561"/>
            <ac:spMk id="2" creationId="{593FBF94-64A2-519C-76AF-8C2FE9701636}"/>
          </ac:spMkLst>
        </pc:spChg>
        <pc:spChg chg="mod">
          <ac:chgData name="Sharon ONeal" userId="00fd13140c01cef7" providerId="LiveId" clId="{195B14BE-5F37-4A97-B621-CDB30BD9AC8D}" dt="2023-11-22T15:49:51.405" v="2906" actId="20577"/>
          <ac:spMkLst>
            <pc:docMk/>
            <pc:sldMk cId="1020566302" sldId="561"/>
            <ac:spMk id="4" creationId="{48D90B8E-CBEF-9627-8293-240110E79642}"/>
          </ac:spMkLst>
        </pc:spChg>
        <pc:picChg chg="add mod">
          <ac:chgData name="Sharon ONeal" userId="00fd13140c01cef7" providerId="LiveId" clId="{195B14BE-5F37-4A97-B621-CDB30BD9AC8D}" dt="2023-11-22T15:50:11.464" v="2910" actId="1076"/>
          <ac:picMkLst>
            <pc:docMk/>
            <pc:sldMk cId="1020566302" sldId="561"/>
            <ac:picMk id="3" creationId="{4483D131-548F-20FC-B3F2-CB18794C461B}"/>
          </ac:picMkLst>
        </pc:picChg>
      </pc:sldChg>
      <pc:sldMasterChg chg="delSldLayout modSldLayout">
        <pc:chgData name="Sharon ONeal" userId="00fd13140c01cef7" providerId="LiveId" clId="{195B14BE-5F37-4A97-B621-CDB30BD9AC8D}" dt="2023-11-22T15:31:00.974" v="244" actId="47"/>
        <pc:sldMasterMkLst>
          <pc:docMk/>
          <pc:sldMasterMk cId="3255220148" sldId="2147483709"/>
        </pc:sldMasterMkLst>
        <pc:sldLayoutChg chg="delSp modSp mod">
          <pc:chgData name="Sharon ONeal" userId="00fd13140c01cef7" providerId="LiveId" clId="{195B14BE-5F37-4A97-B621-CDB30BD9AC8D}" dt="2023-11-22T15:29:17.040" v="188" actId="478"/>
          <pc:sldLayoutMkLst>
            <pc:docMk/>
            <pc:sldMasterMk cId="3255220148" sldId="2147483709"/>
            <pc:sldLayoutMk cId="2852088536" sldId="2147483730"/>
          </pc:sldLayoutMkLst>
          <pc:spChg chg="mod">
            <ac:chgData name="Sharon ONeal" userId="00fd13140c01cef7" providerId="LiveId" clId="{195B14BE-5F37-4A97-B621-CDB30BD9AC8D}" dt="2023-11-22T15:28:58.574" v="183" actId="1076"/>
            <ac:spMkLst>
              <pc:docMk/>
              <pc:sldMasterMk cId="3255220148" sldId="2147483709"/>
              <pc:sldLayoutMk cId="2852088536" sldId="2147483730"/>
              <ac:spMk id="2" creationId="{A12F49E2-EB74-4301-8271-7116682C8A3E}"/>
            </ac:spMkLst>
          </pc:spChg>
          <pc:spChg chg="del mod">
            <ac:chgData name="Sharon ONeal" userId="00fd13140c01cef7" providerId="LiveId" clId="{195B14BE-5F37-4A97-B621-CDB30BD9AC8D}" dt="2023-11-22T15:29:17.040" v="188" actId="478"/>
            <ac:spMkLst>
              <pc:docMk/>
              <pc:sldMasterMk cId="3255220148" sldId="2147483709"/>
              <pc:sldLayoutMk cId="2852088536" sldId="2147483730"/>
              <ac:spMk id="12" creationId="{67F30830-0281-CB4A-8A0B-32C54DACCB37}"/>
            </ac:spMkLst>
          </pc:spChg>
          <pc:spChg chg="del">
            <ac:chgData name="Sharon ONeal" userId="00fd13140c01cef7" providerId="LiveId" clId="{195B14BE-5F37-4A97-B621-CDB30BD9AC8D}" dt="2023-11-22T15:28:56.003" v="182" actId="478"/>
            <ac:spMkLst>
              <pc:docMk/>
              <pc:sldMasterMk cId="3255220148" sldId="2147483709"/>
              <pc:sldLayoutMk cId="2852088536" sldId="2147483730"/>
              <ac:spMk id="18" creationId="{98C39FCF-BDF0-40FD-9D89-15E74753FAEB}"/>
            </ac:spMkLst>
          </pc:spChg>
        </pc:sldLayoutChg>
        <pc:sldLayoutChg chg="del">
          <pc:chgData name="Sharon ONeal" userId="00fd13140c01cef7" providerId="LiveId" clId="{195B14BE-5F37-4A97-B621-CDB30BD9AC8D}" dt="2023-11-22T15:30:58.889" v="236" actId="47"/>
          <pc:sldLayoutMkLst>
            <pc:docMk/>
            <pc:sldMasterMk cId="3255220148" sldId="2147483709"/>
            <pc:sldLayoutMk cId="876126326" sldId="2147483740"/>
          </pc:sldLayoutMkLst>
        </pc:sldLayoutChg>
        <pc:sldLayoutChg chg="del">
          <pc:chgData name="Sharon ONeal" userId="00fd13140c01cef7" providerId="LiveId" clId="{195B14BE-5F37-4A97-B621-CDB30BD9AC8D}" dt="2023-11-22T15:30:57.763" v="233" actId="47"/>
          <pc:sldLayoutMkLst>
            <pc:docMk/>
            <pc:sldMasterMk cId="3255220148" sldId="2147483709"/>
            <pc:sldLayoutMk cId="1248817290" sldId="2147483753"/>
          </pc:sldLayoutMkLst>
        </pc:sldLayoutChg>
        <pc:sldLayoutChg chg="del">
          <pc:chgData name="Sharon ONeal" userId="00fd13140c01cef7" providerId="LiveId" clId="{195B14BE-5F37-4A97-B621-CDB30BD9AC8D}" dt="2023-11-22T15:31:00.974" v="244" actId="47"/>
          <pc:sldLayoutMkLst>
            <pc:docMk/>
            <pc:sldMasterMk cId="3255220148" sldId="2147483709"/>
            <pc:sldLayoutMk cId="3534902161" sldId="214748375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3684C-F081-544B-8C90-A5795DCABDF2}" type="datetimeFigureOut">
              <a:rPr lang="en-US" smtClean="0"/>
              <a:t>11/30/25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41DD33-2A06-9443-920E-9A8794B892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0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Took this straight from the </a:t>
            </a:r>
            <a:r>
              <a:rPr lang="en-US" dirty="0" err="1"/>
              <a:t>conops</a:t>
            </a:r>
            <a:r>
              <a:rPr lang="en-US" dirty="0"/>
              <a:t> pdf under 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41DD33-2A06-9443-920E-9A8794B8924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524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ctur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56E2D8-B0F2-4654-9865-CC7CB181AC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769" y="1126856"/>
            <a:ext cx="7456251" cy="551722"/>
          </a:xfrm>
        </p:spPr>
        <p:txBody>
          <a:bodyPr/>
          <a:lstStyle>
            <a:lvl1pPr algn="ctr">
              <a:defRPr sz="2800" b="1" i="1">
                <a:solidFill>
                  <a:srgbClr val="0C234B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C9A66B2-3159-4DA3-87AF-49F48742A7E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953116" y="3307603"/>
            <a:ext cx="4941381" cy="430009"/>
          </a:xfrm>
        </p:spPr>
        <p:txBody>
          <a:bodyPr/>
          <a:lstStyle>
            <a:lvl1pPr marL="0" indent="0" algn="ctr">
              <a:buFontTx/>
              <a:buNone/>
              <a:defRPr cap="all" baseline="0">
                <a:solidFill>
                  <a:srgbClr val="0C234B"/>
                </a:solidFill>
              </a:defRPr>
            </a:lvl1pPr>
            <a:lvl2pPr>
              <a:defRPr>
                <a:solidFill>
                  <a:srgbClr val="0C234B"/>
                </a:solidFill>
              </a:defRPr>
            </a:lvl2pPr>
            <a:lvl3pPr>
              <a:defRPr>
                <a:solidFill>
                  <a:srgbClr val="0C234B"/>
                </a:solidFill>
              </a:defRPr>
            </a:lvl3pPr>
            <a:lvl4pPr>
              <a:defRPr>
                <a:solidFill>
                  <a:srgbClr val="0C234B"/>
                </a:solidFill>
              </a:defRPr>
            </a:lvl4pPr>
            <a:lvl5pPr>
              <a:defRPr>
                <a:solidFill>
                  <a:srgbClr val="0C234B"/>
                </a:solidFill>
              </a:defRPr>
            </a:lvl5pPr>
          </a:lstStyle>
          <a:p>
            <a:pPr lvl="0"/>
            <a:r>
              <a:rPr lang="en-US" dirty="0"/>
              <a:t>INSTRUCTOR NAME</a:t>
            </a:r>
          </a:p>
        </p:txBody>
      </p:sp>
      <p:pic>
        <p:nvPicPr>
          <p:cNvPr id="20" name="Picture 19" descr="Software Engineering at UA College of Engineering">
            <a:extLst>
              <a:ext uri="{FF2B5EF4-FFF2-40B4-BE49-F238E27FC236}">
                <a16:creationId xmlns:a16="http://schemas.microsoft.com/office/drawing/2014/main" id="{3D9A07D2-D5F9-43E5-80AE-CB0D627EFFA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99345" y="84119"/>
            <a:ext cx="3345309" cy="917974"/>
          </a:xfrm>
          <a:prstGeom prst="rect">
            <a:avLst/>
          </a:prstGeom>
        </p:spPr>
      </p:pic>
      <p:pic>
        <p:nvPicPr>
          <p:cNvPr id="21" name="Picture 20" descr="The University of Arizona">
            <a:extLst>
              <a:ext uri="{FF2B5EF4-FFF2-40B4-BE49-F238E27FC236}">
                <a16:creationId xmlns:a16="http://schemas.microsoft.com/office/drawing/2014/main" id="{07FF5982-BE0A-4A61-819E-3CE5DA5254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36264" y="4039984"/>
            <a:ext cx="718393" cy="6737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5A034A-4D1D-4596-986F-30BAC69E7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51960" y="4823460"/>
            <a:ext cx="64008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645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2">
            <a:extLst>
              <a:ext uri="{FF2B5EF4-FFF2-40B4-BE49-F238E27FC236}">
                <a16:creationId xmlns:a16="http://schemas.microsoft.com/office/drawing/2014/main" id="{B7C7D8D2-C446-5A4B-99DC-B14F0DCA9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241" y="0"/>
            <a:ext cx="9144000" cy="3998068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8EB"/>
          </a:solidFill>
        </p:spPr>
        <p:txBody>
          <a:bodyPr wrap="square" lIns="0" tIns="0" rIns="0" bIns="0" rtlCol="0"/>
          <a:lstStyle/>
          <a:p>
            <a:endParaRPr sz="21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E685FBF-2BCE-B549-BA09-F031EF8AC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436702" y="4411586"/>
            <a:ext cx="1527309" cy="36909"/>
            <a:chOff x="9759603" y="5883440"/>
            <a:chExt cx="3054617" cy="73818"/>
          </a:xfrm>
        </p:grpSpPr>
        <p:pic>
          <p:nvPicPr>
            <p:cNvPr id="38" name="object 10">
              <a:extLst>
                <a:ext uri="{FF2B5EF4-FFF2-40B4-BE49-F238E27FC236}">
                  <a16:creationId xmlns:a16="http://schemas.microsoft.com/office/drawing/2014/main" id="{77E5EFED-C334-5348-B195-101710A90CE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59603" y="5883440"/>
              <a:ext cx="74502" cy="73818"/>
            </a:xfrm>
            <a:prstGeom prst="rect">
              <a:avLst/>
            </a:prstGeom>
          </p:spPr>
        </p:pic>
        <p:pic>
          <p:nvPicPr>
            <p:cNvPr id="39" name="object 11">
              <a:extLst>
                <a:ext uri="{FF2B5EF4-FFF2-40B4-BE49-F238E27FC236}">
                  <a16:creationId xmlns:a16="http://schemas.microsoft.com/office/drawing/2014/main" id="{FAB9D9A9-7F38-3B4C-A7E6-008F0C8A345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08609" y="5883440"/>
              <a:ext cx="74502" cy="73818"/>
            </a:xfrm>
            <a:prstGeom prst="rect">
              <a:avLst/>
            </a:prstGeom>
          </p:spPr>
        </p:pic>
        <p:pic>
          <p:nvPicPr>
            <p:cNvPr id="40" name="object 12">
              <a:extLst>
                <a:ext uri="{FF2B5EF4-FFF2-40B4-BE49-F238E27FC236}">
                  <a16:creationId xmlns:a16="http://schemas.microsoft.com/office/drawing/2014/main" id="{22B42B0D-334F-2F40-B84F-1BD121964A3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57615" y="5883440"/>
              <a:ext cx="74502" cy="73818"/>
            </a:xfrm>
            <a:prstGeom prst="rect">
              <a:avLst/>
            </a:prstGeom>
          </p:spPr>
        </p:pic>
        <p:pic>
          <p:nvPicPr>
            <p:cNvPr id="41" name="object 13">
              <a:extLst>
                <a:ext uri="{FF2B5EF4-FFF2-40B4-BE49-F238E27FC236}">
                  <a16:creationId xmlns:a16="http://schemas.microsoft.com/office/drawing/2014/main" id="{B4A746E3-8FC4-D548-A54A-DECF26A9B56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06621" y="5883440"/>
              <a:ext cx="74502" cy="73818"/>
            </a:xfrm>
            <a:prstGeom prst="rect">
              <a:avLst/>
            </a:prstGeom>
          </p:spPr>
        </p:pic>
        <p:pic>
          <p:nvPicPr>
            <p:cNvPr id="42" name="object 14">
              <a:extLst>
                <a:ext uri="{FF2B5EF4-FFF2-40B4-BE49-F238E27FC236}">
                  <a16:creationId xmlns:a16="http://schemas.microsoft.com/office/drawing/2014/main" id="{39544134-CBCF-7F49-8BB4-E034D284836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55626" y="5883440"/>
              <a:ext cx="74502" cy="73818"/>
            </a:xfrm>
            <a:prstGeom prst="rect">
              <a:avLst/>
            </a:prstGeom>
          </p:spPr>
        </p:pic>
        <p:pic>
          <p:nvPicPr>
            <p:cNvPr id="43" name="object 15">
              <a:extLst>
                <a:ext uri="{FF2B5EF4-FFF2-40B4-BE49-F238E27FC236}">
                  <a16:creationId xmlns:a16="http://schemas.microsoft.com/office/drawing/2014/main" id="{77E4E128-5E53-4E45-9186-7F2CB15E9C0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04632" y="5883440"/>
              <a:ext cx="74502" cy="73818"/>
            </a:xfrm>
            <a:prstGeom prst="rect">
              <a:avLst/>
            </a:prstGeom>
          </p:spPr>
        </p:pic>
        <p:pic>
          <p:nvPicPr>
            <p:cNvPr id="44" name="object 16">
              <a:extLst>
                <a:ext uri="{FF2B5EF4-FFF2-40B4-BE49-F238E27FC236}">
                  <a16:creationId xmlns:a16="http://schemas.microsoft.com/office/drawing/2014/main" id="{EA314DE2-F2A2-9C49-A823-AB44F564CAE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53638" y="5883440"/>
              <a:ext cx="74502" cy="73818"/>
            </a:xfrm>
            <a:prstGeom prst="rect">
              <a:avLst/>
            </a:prstGeom>
          </p:spPr>
        </p:pic>
        <p:pic>
          <p:nvPicPr>
            <p:cNvPr id="45" name="object 17">
              <a:extLst>
                <a:ext uri="{FF2B5EF4-FFF2-40B4-BE49-F238E27FC236}">
                  <a16:creationId xmlns:a16="http://schemas.microsoft.com/office/drawing/2014/main" id="{481C9080-D246-CC4D-AC19-4516830A987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02643" y="5883440"/>
              <a:ext cx="74502" cy="73818"/>
            </a:xfrm>
            <a:prstGeom prst="rect">
              <a:avLst/>
            </a:prstGeom>
          </p:spPr>
        </p:pic>
        <p:pic>
          <p:nvPicPr>
            <p:cNvPr id="46" name="object 18">
              <a:extLst>
                <a:ext uri="{FF2B5EF4-FFF2-40B4-BE49-F238E27FC236}">
                  <a16:creationId xmlns:a16="http://schemas.microsoft.com/office/drawing/2014/main" id="{B91AF3CB-3006-CF4D-9B35-B8E73724E6A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51649" y="5883440"/>
              <a:ext cx="74502" cy="73818"/>
            </a:xfrm>
            <a:prstGeom prst="rect">
              <a:avLst/>
            </a:prstGeom>
          </p:spPr>
        </p:pic>
        <p:pic>
          <p:nvPicPr>
            <p:cNvPr id="47" name="object 19">
              <a:extLst>
                <a:ext uri="{FF2B5EF4-FFF2-40B4-BE49-F238E27FC236}">
                  <a16:creationId xmlns:a16="http://schemas.microsoft.com/office/drawing/2014/main" id="{6D9B3E06-0041-3749-8026-5D04ABB27C5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00654" y="5883440"/>
              <a:ext cx="74502" cy="73818"/>
            </a:xfrm>
            <a:prstGeom prst="rect">
              <a:avLst/>
            </a:prstGeom>
          </p:spPr>
        </p:pic>
        <p:pic>
          <p:nvPicPr>
            <p:cNvPr id="48" name="object 20">
              <a:extLst>
                <a:ext uri="{FF2B5EF4-FFF2-40B4-BE49-F238E27FC236}">
                  <a16:creationId xmlns:a16="http://schemas.microsoft.com/office/drawing/2014/main" id="{FBB1329A-4AAA-B24E-A552-4416DD54816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49660" y="5883440"/>
              <a:ext cx="74502" cy="73818"/>
            </a:xfrm>
            <a:prstGeom prst="rect">
              <a:avLst/>
            </a:prstGeom>
          </p:spPr>
        </p:pic>
        <p:pic>
          <p:nvPicPr>
            <p:cNvPr id="49" name="object 21">
              <a:extLst>
                <a:ext uri="{FF2B5EF4-FFF2-40B4-BE49-F238E27FC236}">
                  <a16:creationId xmlns:a16="http://schemas.microsoft.com/office/drawing/2014/main" id="{03B8B288-0AD1-2946-A4FD-7C97BC89A2D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98666" y="5883440"/>
              <a:ext cx="74502" cy="73818"/>
            </a:xfrm>
            <a:prstGeom prst="rect">
              <a:avLst/>
            </a:prstGeom>
          </p:spPr>
        </p:pic>
        <p:pic>
          <p:nvPicPr>
            <p:cNvPr id="50" name="object 22">
              <a:extLst>
                <a:ext uri="{FF2B5EF4-FFF2-40B4-BE49-F238E27FC236}">
                  <a16:creationId xmlns:a16="http://schemas.microsoft.com/office/drawing/2014/main" id="{0175A97A-3772-4145-B23A-BB3AB2F4C7B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47671" y="5883440"/>
              <a:ext cx="74502" cy="73818"/>
            </a:xfrm>
            <a:prstGeom prst="rect">
              <a:avLst/>
            </a:prstGeom>
          </p:spPr>
        </p:pic>
        <p:pic>
          <p:nvPicPr>
            <p:cNvPr id="51" name="object 23">
              <a:extLst>
                <a:ext uri="{FF2B5EF4-FFF2-40B4-BE49-F238E27FC236}">
                  <a16:creationId xmlns:a16="http://schemas.microsoft.com/office/drawing/2014/main" id="{F5D5E73B-4EB9-0F4E-8F34-1560737FF9A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96677" y="5883440"/>
              <a:ext cx="74502" cy="73818"/>
            </a:xfrm>
            <a:prstGeom prst="rect">
              <a:avLst/>
            </a:prstGeom>
          </p:spPr>
        </p:pic>
        <p:pic>
          <p:nvPicPr>
            <p:cNvPr id="52" name="object 24">
              <a:extLst>
                <a:ext uri="{FF2B5EF4-FFF2-40B4-BE49-F238E27FC236}">
                  <a16:creationId xmlns:a16="http://schemas.microsoft.com/office/drawing/2014/main" id="{2D1C41DC-EECA-8B49-97A6-D829EF25806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45683" y="5883440"/>
              <a:ext cx="74502" cy="73818"/>
            </a:xfrm>
            <a:prstGeom prst="rect">
              <a:avLst/>
            </a:prstGeom>
          </p:spPr>
        </p:pic>
        <p:pic>
          <p:nvPicPr>
            <p:cNvPr id="53" name="object 25">
              <a:extLst>
                <a:ext uri="{FF2B5EF4-FFF2-40B4-BE49-F238E27FC236}">
                  <a16:creationId xmlns:a16="http://schemas.microsoft.com/office/drawing/2014/main" id="{1F96471A-62BC-8B4F-B45C-5EAAFE29819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94688" y="5883440"/>
              <a:ext cx="74503" cy="73818"/>
            </a:xfrm>
            <a:prstGeom prst="rect">
              <a:avLst/>
            </a:prstGeom>
          </p:spPr>
        </p:pic>
        <p:pic>
          <p:nvPicPr>
            <p:cNvPr id="54" name="object 26">
              <a:extLst>
                <a:ext uri="{FF2B5EF4-FFF2-40B4-BE49-F238E27FC236}">
                  <a16:creationId xmlns:a16="http://schemas.microsoft.com/office/drawing/2014/main" id="{56B466DF-F1E8-5C4D-BA97-A5515A44E4C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43695" y="5883440"/>
              <a:ext cx="74503" cy="73818"/>
            </a:xfrm>
            <a:prstGeom prst="rect">
              <a:avLst/>
            </a:prstGeom>
          </p:spPr>
        </p:pic>
        <p:pic>
          <p:nvPicPr>
            <p:cNvPr id="55" name="object 27">
              <a:extLst>
                <a:ext uri="{FF2B5EF4-FFF2-40B4-BE49-F238E27FC236}">
                  <a16:creationId xmlns:a16="http://schemas.microsoft.com/office/drawing/2014/main" id="{633A8674-34DA-1749-A604-A3B2A352581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92700" y="5883440"/>
              <a:ext cx="74503" cy="73818"/>
            </a:xfrm>
            <a:prstGeom prst="rect">
              <a:avLst/>
            </a:prstGeom>
          </p:spPr>
        </p:pic>
        <p:pic>
          <p:nvPicPr>
            <p:cNvPr id="56" name="object 28">
              <a:extLst>
                <a:ext uri="{FF2B5EF4-FFF2-40B4-BE49-F238E27FC236}">
                  <a16:creationId xmlns:a16="http://schemas.microsoft.com/office/drawing/2014/main" id="{32A8830D-76A4-C447-B83F-496D1A6BF33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41706" y="5883440"/>
              <a:ext cx="74503" cy="73818"/>
            </a:xfrm>
            <a:prstGeom prst="rect">
              <a:avLst/>
            </a:prstGeom>
          </p:spPr>
        </p:pic>
        <p:pic>
          <p:nvPicPr>
            <p:cNvPr id="57" name="object 29">
              <a:extLst>
                <a:ext uri="{FF2B5EF4-FFF2-40B4-BE49-F238E27FC236}">
                  <a16:creationId xmlns:a16="http://schemas.microsoft.com/office/drawing/2014/main" id="{C469B417-342D-9348-AED3-498632843AD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90712" y="5883440"/>
              <a:ext cx="74503" cy="73818"/>
            </a:xfrm>
            <a:prstGeom prst="rect">
              <a:avLst/>
            </a:prstGeom>
          </p:spPr>
        </p:pic>
        <p:pic>
          <p:nvPicPr>
            <p:cNvPr id="58" name="object 30">
              <a:extLst>
                <a:ext uri="{FF2B5EF4-FFF2-40B4-BE49-F238E27FC236}">
                  <a16:creationId xmlns:a16="http://schemas.microsoft.com/office/drawing/2014/main" id="{EA6C1853-D361-874D-AD9F-02AE3A4D2C4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39717" y="5883440"/>
              <a:ext cx="74503" cy="73818"/>
            </a:xfrm>
            <a:prstGeom prst="rect">
              <a:avLst/>
            </a:prstGeom>
          </p:spPr>
        </p:pic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0B06616A-1FB1-4375-9C02-1889BA49B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4511" y="2671020"/>
            <a:ext cx="7772400" cy="1103313"/>
          </a:xfrm>
        </p:spPr>
        <p:txBody>
          <a:bodyPr/>
          <a:lstStyle>
            <a:lvl1pPr>
              <a:defRPr sz="3600">
                <a:solidFill>
                  <a:srgbClr val="0C234B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F0DE18A-C456-4DB6-A62C-ECB74329E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51960" y="4823460"/>
            <a:ext cx="64008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52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2">
            <a:extLst>
              <a:ext uri="{FF2B5EF4-FFF2-40B4-BE49-F238E27FC236}">
                <a16:creationId xmlns:a16="http://schemas.microsoft.com/office/drawing/2014/main" id="{B7C7D8D2-C446-5A4B-99DC-B14F0DCA9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241" y="0"/>
            <a:ext cx="9144000" cy="3998068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</p:spPr>
        <p:txBody>
          <a:bodyPr wrap="square" lIns="0" tIns="0" rIns="0" bIns="0" rtlCol="0"/>
          <a:lstStyle/>
          <a:p>
            <a:endParaRPr sz="21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E685FBF-2BCE-B549-BA09-F031EF8AC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436702" y="4411586"/>
            <a:ext cx="1527309" cy="36909"/>
            <a:chOff x="9759603" y="5883440"/>
            <a:chExt cx="3054617" cy="73818"/>
          </a:xfrm>
        </p:grpSpPr>
        <p:pic>
          <p:nvPicPr>
            <p:cNvPr id="38" name="object 10">
              <a:extLst>
                <a:ext uri="{FF2B5EF4-FFF2-40B4-BE49-F238E27FC236}">
                  <a16:creationId xmlns:a16="http://schemas.microsoft.com/office/drawing/2014/main" id="{77E5EFED-C334-5348-B195-101710A90CE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59603" y="5883440"/>
              <a:ext cx="74502" cy="73818"/>
            </a:xfrm>
            <a:prstGeom prst="rect">
              <a:avLst/>
            </a:prstGeom>
          </p:spPr>
        </p:pic>
        <p:pic>
          <p:nvPicPr>
            <p:cNvPr id="39" name="object 11">
              <a:extLst>
                <a:ext uri="{FF2B5EF4-FFF2-40B4-BE49-F238E27FC236}">
                  <a16:creationId xmlns:a16="http://schemas.microsoft.com/office/drawing/2014/main" id="{FAB9D9A9-7F38-3B4C-A7E6-008F0C8A345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08609" y="5883440"/>
              <a:ext cx="74502" cy="73818"/>
            </a:xfrm>
            <a:prstGeom prst="rect">
              <a:avLst/>
            </a:prstGeom>
          </p:spPr>
        </p:pic>
        <p:pic>
          <p:nvPicPr>
            <p:cNvPr id="40" name="object 12">
              <a:extLst>
                <a:ext uri="{FF2B5EF4-FFF2-40B4-BE49-F238E27FC236}">
                  <a16:creationId xmlns:a16="http://schemas.microsoft.com/office/drawing/2014/main" id="{22B42B0D-334F-2F40-B84F-1BD121964A3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57615" y="5883440"/>
              <a:ext cx="74502" cy="73818"/>
            </a:xfrm>
            <a:prstGeom prst="rect">
              <a:avLst/>
            </a:prstGeom>
          </p:spPr>
        </p:pic>
        <p:pic>
          <p:nvPicPr>
            <p:cNvPr id="41" name="object 13">
              <a:extLst>
                <a:ext uri="{FF2B5EF4-FFF2-40B4-BE49-F238E27FC236}">
                  <a16:creationId xmlns:a16="http://schemas.microsoft.com/office/drawing/2014/main" id="{B4A746E3-8FC4-D548-A54A-DECF26A9B56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06621" y="5883440"/>
              <a:ext cx="74502" cy="73818"/>
            </a:xfrm>
            <a:prstGeom prst="rect">
              <a:avLst/>
            </a:prstGeom>
          </p:spPr>
        </p:pic>
        <p:pic>
          <p:nvPicPr>
            <p:cNvPr id="42" name="object 14">
              <a:extLst>
                <a:ext uri="{FF2B5EF4-FFF2-40B4-BE49-F238E27FC236}">
                  <a16:creationId xmlns:a16="http://schemas.microsoft.com/office/drawing/2014/main" id="{39544134-CBCF-7F49-8BB4-E034D284836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55626" y="5883440"/>
              <a:ext cx="74502" cy="73818"/>
            </a:xfrm>
            <a:prstGeom prst="rect">
              <a:avLst/>
            </a:prstGeom>
          </p:spPr>
        </p:pic>
        <p:pic>
          <p:nvPicPr>
            <p:cNvPr id="43" name="object 15">
              <a:extLst>
                <a:ext uri="{FF2B5EF4-FFF2-40B4-BE49-F238E27FC236}">
                  <a16:creationId xmlns:a16="http://schemas.microsoft.com/office/drawing/2014/main" id="{77E4E128-5E53-4E45-9186-7F2CB15E9C0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04632" y="5883440"/>
              <a:ext cx="74502" cy="73818"/>
            </a:xfrm>
            <a:prstGeom prst="rect">
              <a:avLst/>
            </a:prstGeom>
          </p:spPr>
        </p:pic>
        <p:pic>
          <p:nvPicPr>
            <p:cNvPr id="44" name="object 16">
              <a:extLst>
                <a:ext uri="{FF2B5EF4-FFF2-40B4-BE49-F238E27FC236}">
                  <a16:creationId xmlns:a16="http://schemas.microsoft.com/office/drawing/2014/main" id="{EA314DE2-F2A2-9C49-A823-AB44F564CAE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53638" y="5883440"/>
              <a:ext cx="74502" cy="73818"/>
            </a:xfrm>
            <a:prstGeom prst="rect">
              <a:avLst/>
            </a:prstGeom>
          </p:spPr>
        </p:pic>
        <p:pic>
          <p:nvPicPr>
            <p:cNvPr id="45" name="object 17">
              <a:extLst>
                <a:ext uri="{FF2B5EF4-FFF2-40B4-BE49-F238E27FC236}">
                  <a16:creationId xmlns:a16="http://schemas.microsoft.com/office/drawing/2014/main" id="{481C9080-D246-CC4D-AC19-4516830A987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02643" y="5883440"/>
              <a:ext cx="74502" cy="73818"/>
            </a:xfrm>
            <a:prstGeom prst="rect">
              <a:avLst/>
            </a:prstGeom>
          </p:spPr>
        </p:pic>
        <p:pic>
          <p:nvPicPr>
            <p:cNvPr id="46" name="object 18">
              <a:extLst>
                <a:ext uri="{FF2B5EF4-FFF2-40B4-BE49-F238E27FC236}">
                  <a16:creationId xmlns:a16="http://schemas.microsoft.com/office/drawing/2014/main" id="{B91AF3CB-3006-CF4D-9B35-B8E73724E6A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51649" y="5883440"/>
              <a:ext cx="74502" cy="73818"/>
            </a:xfrm>
            <a:prstGeom prst="rect">
              <a:avLst/>
            </a:prstGeom>
          </p:spPr>
        </p:pic>
        <p:pic>
          <p:nvPicPr>
            <p:cNvPr id="47" name="object 19">
              <a:extLst>
                <a:ext uri="{FF2B5EF4-FFF2-40B4-BE49-F238E27FC236}">
                  <a16:creationId xmlns:a16="http://schemas.microsoft.com/office/drawing/2014/main" id="{6D9B3E06-0041-3749-8026-5D04ABB27C5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00654" y="5883440"/>
              <a:ext cx="74502" cy="73818"/>
            </a:xfrm>
            <a:prstGeom prst="rect">
              <a:avLst/>
            </a:prstGeom>
          </p:spPr>
        </p:pic>
        <p:pic>
          <p:nvPicPr>
            <p:cNvPr id="48" name="object 20">
              <a:extLst>
                <a:ext uri="{FF2B5EF4-FFF2-40B4-BE49-F238E27FC236}">
                  <a16:creationId xmlns:a16="http://schemas.microsoft.com/office/drawing/2014/main" id="{FBB1329A-4AAA-B24E-A552-4416DD54816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49660" y="5883440"/>
              <a:ext cx="74502" cy="73818"/>
            </a:xfrm>
            <a:prstGeom prst="rect">
              <a:avLst/>
            </a:prstGeom>
          </p:spPr>
        </p:pic>
        <p:pic>
          <p:nvPicPr>
            <p:cNvPr id="49" name="object 21">
              <a:extLst>
                <a:ext uri="{FF2B5EF4-FFF2-40B4-BE49-F238E27FC236}">
                  <a16:creationId xmlns:a16="http://schemas.microsoft.com/office/drawing/2014/main" id="{03B8B288-0AD1-2946-A4FD-7C97BC89A2D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98666" y="5883440"/>
              <a:ext cx="74502" cy="73818"/>
            </a:xfrm>
            <a:prstGeom prst="rect">
              <a:avLst/>
            </a:prstGeom>
          </p:spPr>
        </p:pic>
        <p:pic>
          <p:nvPicPr>
            <p:cNvPr id="50" name="object 22">
              <a:extLst>
                <a:ext uri="{FF2B5EF4-FFF2-40B4-BE49-F238E27FC236}">
                  <a16:creationId xmlns:a16="http://schemas.microsoft.com/office/drawing/2014/main" id="{0175A97A-3772-4145-B23A-BB3AB2F4C7B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47671" y="5883440"/>
              <a:ext cx="74502" cy="73818"/>
            </a:xfrm>
            <a:prstGeom prst="rect">
              <a:avLst/>
            </a:prstGeom>
          </p:spPr>
        </p:pic>
        <p:pic>
          <p:nvPicPr>
            <p:cNvPr id="51" name="object 23">
              <a:extLst>
                <a:ext uri="{FF2B5EF4-FFF2-40B4-BE49-F238E27FC236}">
                  <a16:creationId xmlns:a16="http://schemas.microsoft.com/office/drawing/2014/main" id="{F5D5E73B-4EB9-0F4E-8F34-1560737FF9A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96677" y="5883440"/>
              <a:ext cx="74502" cy="73818"/>
            </a:xfrm>
            <a:prstGeom prst="rect">
              <a:avLst/>
            </a:prstGeom>
          </p:spPr>
        </p:pic>
        <p:pic>
          <p:nvPicPr>
            <p:cNvPr id="52" name="object 24">
              <a:extLst>
                <a:ext uri="{FF2B5EF4-FFF2-40B4-BE49-F238E27FC236}">
                  <a16:creationId xmlns:a16="http://schemas.microsoft.com/office/drawing/2014/main" id="{2D1C41DC-EECA-8B49-97A6-D829EF25806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45683" y="5883440"/>
              <a:ext cx="74502" cy="73818"/>
            </a:xfrm>
            <a:prstGeom prst="rect">
              <a:avLst/>
            </a:prstGeom>
          </p:spPr>
        </p:pic>
        <p:pic>
          <p:nvPicPr>
            <p:cNvPr id="53" name="object 25">
              <a:extLst>
                <a:ext uri="{FF2B5EF4-FFF2-40B4-BE49-F238E27FC236}">
                  <a16:creationId xmlns:a16="http://schemas.microsoft.com/office/drawing/2014/main" id="{1F96471A-62BC-8B4F-B45C-5EAAFE29819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94688" y="5883440"/>
              <a:ext cx="74503" cy="73818"/>
            </a:xfrm>
            <a:prstGeom prst="rect">
              <a:avLst/>
            </a:prstGeom>
          </p:spPr>
        </p:pic>
        <p:pic>
          <p:nvPicPr>
            <p:cNvPr id="54" name="object 26">
              <a:extLst>
                <a:ext uri="{FF2B5EF4-FFF2-40B4-BE49-F238E27FC236}">
                  <a16:creationId xmlns:a16="http://schemas.microsoft.com/office/drawing/2014/main" id="{56B466DF-F1E8-5C4D-BA97-A5515A44E4C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43695" y="5883440"/>
              <a:ext cx="74503" cy="73818"/>
            </a:xfrm>
            <a:prstGeom prst="rect">
              <a:avLst/>
            </a:prstGeom>
          </p:spPr>
        </p:pic>
        <p:pic>
          <p:nvPicPr>
            <p:cNvPr id="55" name="object 27">
              <a:extLst>
                <a:ext uri="{FF2B5EF4-FFF2-40B4-BE49-F238E27FC236}">
                  <a16:creationId xmlns:a16="http://schemas.microsoft.com/office/drawing/2014/main" id="{633A8674-34DA-1749-A604-A3B2A352581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92700" y="5883440"/>
              <a:ext cx="74503" cy="73818"/>
            </a:xfrm>
            <a:prstGeom prst="rect">
              <a:avLst/>
            </a:prstGeom>
          </p:spPr>
        </p:pic>
        <p:pic>
          <p:nvPicPr>
            <p:cNvPr id="56" name="object 28">
              <a:extLst>
                <a:ext uri="{FF2B5EF4-FFF2-40B4-BE49-F238E27FC236}">
                  <a16:creationId xmlns:a16="http://schemas.microsoft.com/office/drawing/2014/main" id="{32A8830D-76A4-C447-B83F-496D1A6BF33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41706" y="5883440"/>
              <a:ext cx="74503" cy="73818"/>
            </a:xfrm>
            <a:prstGeom prst="rect">
              <a:avLst/>
            </a:prstGeom>
          </p:spPr>
        </p:pic>
        <p:pic>
          <p:nvPicPr>
            <p:cNvPr id="57" name="object 29">
              <a:extLst>
                <a:ext uri="{FF2B5EF4-FFF2-40B4-BE49-F238E27FC236}">
                  <a16:creationId xmlns:a16="http://schemas.microsoft.com/office/drawing/2014/main" id="{C469B417-342D-9348-AED3-498632843AD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90712" y="5883440"/>
              <a:ext cx="74503" cy="73818"/>
            </a:xfrm>
            <a:prstGeom prst="rect">
              <a:avLst/>
            </a:prstGeom>
          </p:spPr>
        </p:pic>
        <p:pic>
          <p:nvPicPr>
            <p:cNvPr id="58" name="object 30">
              <a:extLst>
                <a:ext uri="{FF2B5EF4-FFF2-40B4-BE49-F238E27FC236}">
                  <a16:creationId xmlns:a16="http://schemas.microsoft.com/office/drawing/2014/main" id="{EA6C1853-D361-874D-AD9F-02AE3A4D2C4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39717" y="5883440"/>
              <a:ext cx="74503" cy="73818"/>
            </a:xfrm>
            <a:prstGeom prst="rect">
              <a:avLst/>
            </a:prstGeom>
          </p:spPr>
        </p:pic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0B06616A-1FB1-4375-9C02-1889BA49B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4511" y="2671020"/>
            <a:ext cx="7772400" cy="1103313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F0DE18A-C456-4DB6-A62C-ECB74329E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51960" y="4823460"/>
            <a:ext cx="64008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16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136E0BD-C618-4D1E-886C-690E39965B5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0" y="1"/>
            <a:ext cx="4572000" cy="51654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CA895-5AE4-4D33-8731-0CB5D058F6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395" y="522287"/>
            <a:ext cx="3794124" cy="829858"/>
          </a:xfrm>
        </p:spPr>
        <p:txBody>
          <a:bodyPr anchor="t"/>
          <a:lstStyle>
            <a:lvl1pPr>
              <a:defRPr sz="2800">
                <a:solidFill>
                  <a:srgbClr val="0C234B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32E07CD-3A0F-47B6-B3BA-BED1849560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8325" y="1522957"/>
            <a:ext cx="3167063" cy="349250"/>
          </a:xfrm>
        </p:spPr>
        <p:txBody>
          <a:bodyPr/>
          <a:lstStyle>
            <a:lvl1pPr marL="285750" indent="-285750">
              <a:buFont typeface="Wingdings" panose="05000000000000000000" pitchFamily="2" charset="2"/>
              <a:buChar char="Ø"/>
              <a:defRPr sz="1800" cap="all" baseline="0">
                <a:latin typeface="+mn-lt"/>
                <a:cs typeface="Times New Roman" panose="02020603050405020304" pitchFamily="18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Subhead goes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635C3-9E02-4613-8964-3594E02902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8325" y="1994169"/>
            <a:ext cx="3794125" cy="2627043"/>
          </a:xfrm>
        </p:spPr>
        <p:txBody>
          <a:bodyPr/>
          <a:lstStyle>
            <a:lvl1pPr marL="285750" indent="-285750">
              <a:buClr>
                <a:srgbClr val="C00000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1pPr>
            <a:lvl2pPr marL="514350" indent="-285750">
              <a:buClr>
                <a:srgbClr val="C00000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2pPr>
            <a:lvl3pPr marL="742950" indent="-285750">
              <a:buClr>
                <a:srgbClr val="C00000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3pPr>
            <a:lvl4pPr marL="971550" indent="-285750">
              <a:buClr>
                <a:srgbClr val="C00000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4pPr>
            <a:lvl5pPr marL="1200150" indent="-285750">
              <a:buClr>
                <a:srgbClr val="C00000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3B3429-5621-42F0-A54E-92DC91CBE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51960" y="4823460"/>
            <a:ext cx="64008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417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st Word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109AE1-DEE4-4F71-A176-55926F2EE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5377"/>
            <a:ext cx="8228637" cy="527584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619112F-CC78-4232-9480-59F8B474A0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376" y="1026343"/>
            <a:ext cx="6870167" cy="349250"/>
          </a:xfrm>
        </p:spPr>
        <p:txBody>
          <a:bodyPr/>
          <a:lstStyle>
            <a:lvl1pPr marL="285750" indent="-285750">
              <a:buFont typeface="Wingdings" panose="05000000000000000000" pitchFamily="2" charset="2"/>
              <a:buChar char="Ø"/>
              <a:defRPr sz="1800" cap="all" baseline="0">
                <a:latin typeface="+mn-lt"/>
                <a:cs typeface="Times New Roman" panose="02020603050405020304" pitchFamily="18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Subhead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CB3B5C8-CE18-4FC9-B66D-41B89240C8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376" y="1996430"/>
            <a:ext cx="6870167" cy="2627043"/>
          </a:xfrm>
        </p:spPr>
        <p:txBody>
          <a:bodyPr/>
          <a:lstStyle>
            <a:lvl1pPr marL="285750" indent="-285750">
              <a:buClr>
                <a:srgbClr val="C00000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1pPr>
            <a:lvl2pPr marL="514350" indent="-285750">
              <a:buClr>
                <a:srgbClr val="C00000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2pPr>
            <a:lvl3pPr marL="742950" indent="-285750">
              <a:buClr>
                <a:srgbClr val="C00000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3pPr>
            <a:lvl4pPr marL="971550" indent="-285750">
              <a:buClr>
                <a:srgbClr val="C00000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4pPr>
            <a:lvl5pPr marL="1200150" indent="-285750">
              <a:buClr>
                <a:srgbClr val="C00000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5pPr>
          </a:lstStyle>
          <a:p>
            <a:pPr lvl="0"/>
            <a:r>
              <a:rPr lang="en-US" dirty="0"/>
              <a:t>Fist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8D9490-6F3C-4FBB-AEC2-56A723A90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51960" y="4823460"/>
            <a:ext cx="64008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05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952CB7C8-3BB9-2143-AC2F-773A7C0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8721" y="521553"/>
            <a:ext cx="14288" cy="4114800"/>
          </a:xfrm>
          <a:custGeom>
            <a:avLst/>
            <a:gdLst/>
            <a:ahLst/>
            <a:cxnLst/>
            <a:rect l="l" t="t" r="r" b="b"/>
            <a:pathLst>
              <a:path w="28575" h="8229600">
                <a:moveTo>
                  <a:pt x="28574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28574" y="0"/>
                </a:lnTo>
                <a:lnTo>
                  <a:pt x="28574" y="8229599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 sz="2100" dirty="0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23BC8B37-5DF8-4ABA-B3CF-13E3E4D06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9096" y="960780"/>
            <a:ext cx="6949440" cy="27432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 sz="210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232D15F-9677-4473-B0AA-3055796826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3506" y="53075"/>
            <a:ext cx="6949440" cy="468478"/>
          </a:xfrm>
        </p:spPr>
        <p:txBody>
          <a:bodyPr anchor="t"/>
          <a:lstStyle>
            <a:lvl1pPr>
              <a:defRPr sz="2800" b="1">
                <a:solidFill>
                  <a:srgbClr val="0C234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8B865410-117A-46BD-8F63-FA32C71B23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096" y="579378"/>
            <a:ext cx="6949440" cy="303546"/>
          </a:xfrm>
        </p:spPr>
        <p:txBody>
          <a:bodyPr/>
          <a:lstStyle>
            <a:lvl1pPr marL="285750" indent="-285750">
              <a:buFont typeface="Wingdings" panose="05000000000000000000" pitchFamily="2" charset="2"/>
              <a:buChar char="Ø"/>
              <a:defRPr sz="1800" cap="all" baseline="0">
                <a:latin typeface="+mn-lt"/>
                <a:cs typeface="Times New Roman" panose="02020603050405020304" pitchFamily="18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Subhead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93D42-71F6-470E-98D1-29849CF355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7529" y="1289469"/>
            <a:ext cx="7951695" cy="3346884"/>
          </a:xfrm>
        </p:spPr>
        <p:txBody>
          <a:bodyPr/>
          <a:lstStyle>
            <a:lvl1pPr marL="285750" indent="-285750">
              <a:buClr>
                <a:srgbClr val="C00000"/>
              </a:buClr>
              <a:buFont typeface="Arial" panose="020B0604020202020204" pitchFamily="34" charset="0"/>
              <a:buChar char="•"/>
              <a:defRPr/>
            </a:lvl1pPr>
            <a:lvl2pPr marL="514350" indent="-285750">
              <a:buClr>
                <a:srgbClr val="C00000"/>
              </a:buClr>
              <a:buFont typeface="Arial" panose="020B0604020202020204" pitchFamily="34" charset="0"/>
              <a:buChar char="•"/>
              <a:defRPr/>
            </a:lvl2pPr>
            <a:lvl3pPr marL="742950" indent="-285750">
              <a:buClr>
                <a:srgbClr val="C00000"/>
              </a:buClr>
              <a:buFont typeface="Arial" panose="020B0604020202020204" pitchFamily="34" charset="0"/>
              <a:buChar char="•"/>
              <a:defRPr/>
            </a:lvl3pPr>
            <a:lvl4pPr marL="971550" indent="-285750">
              <a:buClr>
                <a:srgbClr val="C00000"/>
              </a:buClr>
              <a:buFont typeface="Arial" panose="020B0604020202020204" pitchFamily="34" charset="0"/>
              <a:buChar char="•"/>
              <a:defRPr/>
            </a:lvl4pPr>
            <a:lvl5pPr marL="1200150" indent="-285750">
              <a:buClr>
                <a:srgbClr val="C00000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BCC523A-8E3A-4B45-8365-3C6E63291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51960" y="4823460"/>
            <a:ext cx="64008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340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lumn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6">
            <a:extLst>
              <a:ext uri="{FF2B5EF4-FFF2-40B4-BE49-F238E27FC236}">
                <a16:creationId xmlns:a16="http://schemas.microsoft.com/office/drawing/2014/main" id="{586ED654-700A-2147-9380-60A6E2C74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6561" y="836991"/>
            <a:ext cx="8115300" cy="14288"/>
          </a:xfrm>
          <a:custGeom>
            <a:avLst/>
            <a:gdLst/>
            <a:ahLst/>
            <a:cxnLst/>
            <a:rect l="l" t="t" r="r" b="b"/>
            <a:pathLst>
              <a:path w="16230600" h="28575">
                <a:moveTo>
                  <a:pt x="16230598" y="28574"/>
                </a:moveTo>
                <a:lnTo>
                  <a:pt x="0" y="28574"/>
                </a:lnTo>
                <a:lnTo>
                  <a:pt x="0" y="0"/>
                </a:lnTo>
                <a:lnTo>
                  <a:pt x="16230598" y="0"/>
                </a:lnTo>
                <a:lnTo>
                  <a:pt x="16230598" y="28574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 sz="210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4003C86-4CAF-4311-AF7A-80DCC7A115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561" y="272355"/>
            <a:ext cx="7854274" cy="473936"/>
          </a:xfrm>
        </p:spPr>
        <p:txBody>
          <a:bodyPr/>
          <a:lstStyle>
            <a:lvl1pPr>
              <a:defRPr sz="28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Goes Here in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3ADF3B-044B-4728-B963-5628C0B9EA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6029" y="1191852"/>
            <a:ext cx="2260871" cy="346386"/>
          </a:xfrm>
        </p:spPr>
        <p:txBody>
          <a:bodyPr/>
          <a:lstStyle>
            <a:lvl1pPr marL="0" indent="0">
              <a:buFontTx/>
              <a:buNone/>
              <a:defRPr sz="1800" cap="all" baseline="0">
                <a:latin typeface="+mn-lt"/>
                <a:cs typeface="Times New Roman" panose="02020603050405020304" pitchFamily="18" charset="0"/>
              </a:defRPr>
            </a:lvl1pPr>
            <a:lvl5pPr>
              <a:defRPr/>
            </a:lvl5pPr>
          </a:lstStyle>
          <a:p>
            <a:pPr lvl="0"/>
            <a:r>
              <a:rPr lang="en-US" dirty="0" err="1"/>
              <a:t>SubheaD</a:t>
            </a:r>
            <a:r>
              <a:rPr lang="en-US" dirty="0"/>
              <a:t> Goes Here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CCE73D5-46A1-4FE5-ACF9-9B15AA1EA7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6030" y="1707147"/>
            <a:ext cx="2260600" cy="1618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87DC020-4F04-4724-8073-56F2B4D0A2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1794" y="1191852"/>
            <a:ext cx="2260871" cy="346386"/>
          </a:xfrm>
        </p:spPr>
        <p:txBody>
          <a:bodyPr/>
          <a:lstStyle>
            <a:lvl1pPr marL="0" indent="0">
              <a:buFontTx/>
              <a:buNone/>
              <a:defRPr sz="1800" cap="all" baseline="0">
                <a:latin typeface="+mn-lt"/>
                <a:cs typeface="Times New Roman" panose="02020603050405020304" pitchFamily="18" charset="0"/>
              </a:defRPr>
            </a:lvl1pPr>
            <a:lvl5pPr>
              <a:defRPr/>
            </a:lvl5pPr>
          </a:lstStyle>
          <a:p>
            <a:pPr lvl="0"/>
            <a:r>
              <a:rPr lang="en-US" dirty="0" err="1"/>
              <a:t>SubheaD</a:t>
            </a:r>
            <a:r>
              <a:rPr lang="en-US" dirty="0"/>
              <a:t> Goes Here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5456ABA5-AF29-4D78-9665-C12327402F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31794" y="1702119"/>
            <a:ext cx="2260600" cy="1618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134F62D-188D-42C7-BD6B-7739C9677D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87559" y="1186890"/>
            <a:ext cx="2260871" cy="346386"/>
          </a:xfrm>
        </p:spPr>
        <p:txBody>
          <a:bodyPr/>
          <a:lstStyle>
            <a:lvl1pPr marL="0" indent="0">
              <a:buFontTx/>
              <a:buNone/>
              <a:defRPr sz="1800" cap="all" baseline="0">
                <a:latin typeface="+mn-lt"/>
                <a:cs typeface="Times New Roman" panose="02020603050405020304" pitchFamily="18" charset="0"/>
              </a:defRPr>
            </a:lvl1pPr>
            <a:lvl5pPr>
              <a:defRPr/>
            </a:lvl5pPr>
          </a:lstStyle>
          <a:p>
            <a:pPr lvl="0"/>
            <a:r>
              <a:rPr lang="en-US" dirty="0" err="1"/>
              <a:t>SubheaD</a:t>
            </a:r>
            <a:r>
              <a:rPr lang="en-US" dirty="0"/>
              <a:t> Goes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57FB9CB-CF24-4805-B583-FD3C841B54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87558" y="1702119"/>
            <a:ext cx="2260600" cy="16184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93E1063-31BD-4FCF-A344-C2BB77332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51960" y="4823460"/>
            <a:ext cx="64008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109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Description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3">
            <a:extLst>
              <a:ext uri="{FF2B5EF4-FFF2-40B4-BE49-F238E27FC236}">
                <a16:creationId xmlns:a16="http://schemas.microsoft.com/office/drawing/2014/main" id="{7A7E4853-92BF-8943-98F7-E8F30CF4C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4777" y="591008"/>
            <a:ext cx="14288" cy="4114800"/>
          </a:xfrm>
          <a:custGeom>
            <a:avLst/>
            <a:gdLst/>
            <a:ahLst/>
            <a:cxnLst/>
            <a:rect l="l" t="t" r="r" b="b"/>
            <a:pathLst>
              <a:path w="28575" h="8229600">
                <a:moveTo>
                  <a:pt x="28574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28574" y="0"/>
                </a:lnTo>
                <a:lnTo>
                  <a:pt x="28574" y="8229599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 sz="210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3D8E40B-5CDD-482B-A8A2-E3EE5E2AA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5895" y="1000953"/>
            <a:ext cx="5085528" cy="829858"/>
          </a:xfrm>
        </p:spPr>
        <p:txBody>
          <a:bodyPr anchor="t"/>
          <a:lstStyle>
            <a:lvl1pPr>
              <a:defRPr sz="2800" b="1">
                <a:solidFill>
                  <a:srgbClr val="0C234B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C53A6308-0DEF-4FBB-9772-50D65F15DCB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7268" y="1115443"/>
            <a:ext cx="2765397" cy="30659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F85D7B9-C4E0-4662-8DFA-9A07F0D74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5895" y="1984127"/>
            <a:ext cx="5085529" cy="2352549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1pPr>
            <a:lvl2pPr marL="514350" indent="-285750">
              <a:buClr>
                <a:srgbClr val="0C234B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2pPr>
            <a:lvl3pPr marL="742950" indent="-285750">
              <a:buClr>
                <a:srgbClr val="0C234B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3pPr>
            <a:lvl4pPr marL="971550" indent="-285750">
              <a:buClr>
                <a:srgbClr val="0C234B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4pPr>
            <a:lvl5pPr marL="1200150" indent="-285750">
              <a:buClr>
                <a:srgbClr val="0C234B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4DFAA4-C6ED-4EA7-BAE0-FF091FDDB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51960" y="4823460"/>
            <a:ext cx="64008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56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deas 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EE305CF2-3738-8E46-A4CD-EFB5936BA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C234B"/>
          </a:solidFill>
        </p:spPr>
        <p:txBody>
          <a:bodyPr wrap="square" lIns="0" tIns="0" rIns="0" bIns="0" rtlCol="0"/>
          <a:lstStyle/>
          <a:p>
            <a:endParaRPr sz="2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432242-6D23-104C-983C-E3A1DF429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430263" y="2447925"/>
            <a:ext cx="2307398" cy="24765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C4679-B76D-446E-9CCB-9DAC4D9DB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194" y="1217646"/>
            <a:ext cx="3146898" cy="2307398"/>
          </a:xfrm>
        </p:spPr>
        <p:txBody>
          <a:bodyPr/>
          <a:lstStyle>
            <a:lvl1pPr>
              <a:defRPr sz="28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BDFA61D4-D8FF-4298-93DD-16FDEE7F7B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38928" y="523368"/>
            <a:ext cx="2260871" cy="346386"/>
          </a:xfrm>
        </p:spPr>
        <p:txBody>
          <a:bodyPr/>
          <a:lstStyle>
            <a:lvl1pPr marL="0" indent="0">
              <a:buFontTx/>
              <a:buNone/>
              <a:defRPr sz="1800" cap="all" baseline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  <a:lvl5pPr>
              <a:defRPr/>
            </a:lvl5pPr>
          </a:lstStyle>
          <a:p>
            <a:pPr lvl="0"/>
            <a:r>
              <a:rPr lang="en-US" dirty="0" err="1"/>
              <a:t>SubheaD</a:t>
            </a:r>
            <a:r>
              <a:rPr lang="en-US" dirty="0"/>
              <a:t> Goes Here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1A7152A-57B2-4642-8BD7-3236D551D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8928" y="968375"/>
            <a:ext cx="3390878" cy="1146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47BD57DE-C61D-4720-98A7-5B813CE737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38928" y="2363479"/>
            <a:ext cx="2260871" cy="346386"/>
          </a:xfrm>
        </p:spPr>
        <p:txBody>
          <a:bodyPr/>
          <a:lstStyle>
            <a:lvl1pPr marL="0" indent="0">
              <a:buFontTx/>
              <a:buNone/>
              <a:defRPr sz="1800" cap="all" baseline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  <a:lvl5pPr>
              <a:defRPr/>
            </a:lvl5pPr>
          </a:lstStyle>
          <a:p>
            <a:pPr lvl="0"/>
            <a:r>
              <a:rPr lang="en-US" dirty="0" err="1"/>
              <a:t>SubheaD</a:t>
            </a:r>
            <a:r>
              <a:rPr lang="en-US" dirty="0"/>
              <a:t> Goes Here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7699377F-85F4-4F4B-A746-2127DC7F901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38928" y="2808486"/>
            <a:ext cx="3390878" cy="1146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B14529-B7A5-4199-894F-E232595AC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51960" y="4823460"/>
            <a:ext cx="64008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53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dea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EE305CF2-3738-8E46-A4CD-EFB5936BA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8308" y="0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C234B"/>
          </a:solidFill>
        </p:spPr>
        <p:txBody>
          <a:bodyPr wrap="square" lIns="0" tIns="0" rIns="0" bIns="0" rtlCol="0"/>
          <a:lstStyle/>
          <a:p>
            <a:endParaRPr sz="2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432242-6D23-104C-983C-E3A1DF429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430263" y="2447925"/>
            <a:ext cx="2307398" cy="247650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C4679-B76D-446E-9CCB-9DAC4D9DB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194" y="1217646"/>
            <a:ext cx="3146898" cy="2307398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BDFA61D4-D8FF-4298-93DD-16FDEE7F7B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38928" y="523368"/>
            <a:ext cx="2260871" cy="346386"/>
          </a:xfrm>
        </p:spPr>
        <p:txBody>
          <a:bodyPr/>
          <a:lstStyle>
            <a:lvl1pPr marL="0" indent="0">
              <a:buFontTx/>
              <a:buNone/>
              <a:defRPr sz="1800" cap="all" baseline="0">
                <a:latin typeface="+mn-lt"/>
                <a:cs typeface="Times New Roman" panose="02020603050405020304" pitchFamily="18" charset="0"/>
              </a:defRPr>
            </a:lvl1pPr>
            <a:lvl5pPr>
              <a:defRPr/>
            </a:lvl5pPr>
          </a:lstStyle>
          <a:p>
            <a:pPr lvl="0"/>
            <a:r>
              <a:rPr lang="en-US" dirty="0" err="1"/>
              <a:t>SubheaD</a:t>
            </a:r>
            <a:r>
              <a:rPr lang="en-US" dirty="0"/>
              <a:t> Goes Here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1A7152A-57B2-4642-8BD7-3236D551D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8928" y="968375"/>
            <a:ext cx="3390878" cy="1146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47BD57DE-C61D-4720-98A7-5B813CE737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38928" y="2363479"/>
            <a:ext cx="2260871" cy="346386"/>
          </a:xfrm>
        </p:spPr>
        <p:txBody>
          <a:bodyPr/>
          <a:lstStyle>
            <a:lvl1pPr marL="0" indent="0">
              <a:buFontTx/>
              <a:buNone/>
              <a:defRPr sz="1800" cap="all" baseline="0">
                <a:latin typeface="+mn-lt"/>
                <a:cs typeface="Times New Roman" panose="02020603050405020304" pitchFamily="18" charset="0"/>
              </a:defRPr>
            </a:lvl1pPr>
            <a:lvl5pPr>
              <a:defRPr/>
            </a:lvl5pPr>
          </a:lstStyle>
          <a:p>
            <a:pPr lvl="0"/>
            <a:r>
              <a:rPr lang="en-US" dirty="0" err="1"/>
              <a:t>SubheaD</a:t>
            </a:r>
            <a:r>
              <a:rPr lang="en-US" dirty="0"/>
              <a:t> Goes Here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7699377F-85F4-4F4B-A746-2127DC7F901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38928" y="2808486"/>
            <a:ext cx="3390878" cy="11461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614973-BDC0-4CB9-BB0C-2E61745AD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51960" y="4823460"/>
            <a:ext cx="64008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987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Concep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F49E2-EB74-4301-8271-7116682C8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5609" y="736270"/>
            <a:ext cx="5452781" cy="1715688"/>
          </a:xfrm>
        </p:spPr>
        <p:txBody>
          <a:bodyPr/>
          <a:lstStyle>
            <a:lvl1pPr>
              <a:defRPr sz="2800" i="1"/>
            </a:lvl1pPr>
          </a:lstStyle>
          <a:p>
            <a:r>
              <a:rPr lang="en-US" dirty="0"/>
              <a:t>“Add a quote or a big concept that you want to highlight in your lecture”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FB7504E-76BE-4248-B6B6-AE7661B7FF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08375" y="3686175"/>
            <a:ext cx="3067050" cy="247650"/>
          </a:xfrm>
        </p:spPr>
        <p:txBody>
          <a:bodyPr/>
          <a:lstStyle>
            <a:lvl1pPr>
              <a:defRPr cap="all" baseline="0"/>
            </a:lvl1pPr>
          </a:lstStyle>
          <a:p>
            <a:pPr lvl="0"/>
            <a:r>
              <a:rPr lang="en-US" dirty="0"/>
              <a:t>Add a Reference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122581-D4BA-462D-B7A6-566E26CF1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51960" y="4823460"/>
            <a:ext cx="64008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088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D4FFD09F-8BBB-4F4A-A03E-0EEFA8DA3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8EB"/>
          </a:solidFill>
        </p:spPr>
        <p:txBody>
          <a:bodyPr wrap="square" lIns="0" tIns="0" rIns="0" bIns="0" rtlCol="0"/>
          <a:lstStyle/>
          <a:p>
            <a:endParaRPr sz="2100" dirty="0"/>
          </a:p>
        </p:txBody>
      </p:sp>
      <p:sp>
        <p:nvSpPr>
          <p:cNvPr id="22" name="object 9">
            <a:extLst>
              <a:ext uri="{FF2B5EF4-FFF2-40B4-BE49-F238E27FC236}">
                <a16:creationId xmlns:a16="http://schemas.microsoft.com/office/drawing/2014/main" id="{52E66EB2-263D-BA4C-964B-DCF423D7C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3263" y="416463"/>
            <a:ext cx="22860" cy="4114800"/>
          </a:xfrm>
          <a:custGeom>
            <a:avLst/>
            <a:gdLst/>
            <a:ahLst/>
            <a:cxnLst/>
            <a:rect l="l" t="t" r="r" b="b"/>
            <a:pathLst>
              <a:path w="28575" h="8229600">
                <a:moveTo>
                  <a:pt x="0" y="0"/>
                </a:moveTo>
                <a:lnTo>
                  <a:pt x="28574" y="0"/>
                </a:lnTo>
                <a:lnTo>
                  <a:pt x="28574" y="8229599"/>
                </a:lnTo>
                <a:lnTo>
                  <a:pt x="0" y="8229599"/>
                </a:lnTo>
                <a:lnTo>
                  <a:pt x="0" y="0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 sz="21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39BDA-28DD-4208-87C4-93386440B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5376"/>
            <a:ext cx="3793301" cy="1103313"/>
          </a:xfrm>
        </p:spPr>
        <p:txBody>
          <a:bodyPr/>
          <a:lstStyle>
            <a:lvl1pPr>
              <a:defRPr sz="28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6912D05-B42B-4961-BFC4-A2F86CEB38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376" y="1525218"/>
            <a:ext cx="3167063" cy="349250"/>
          </a:xfrm>
        </p:spPr>
        <p:txBody>
          <a:bodyPr/>
          <a:lstStyle>
            <a:lvl1pPr>
              <a:defRPr sz="1800" cap="all" baseline="0">
                <a:latin typeface="+mn-lt"/>
                <a:cs typeface="Times New Roman" panose="02020603050405020304" pitchFamily="18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Subhead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C30B01C-88F2-4FAD-859B-E87AFDD3B6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376" y="1996430"/>
            <a:ext cx="3794125" cy="2627043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1pPr>
            <a:lvl2pPr marL="514350" indent="-285750">
              <a:buClr>
                <a:srgbClr val="0C234B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2pPr>
            <a:lvl3pPr marL="742950" indent="-285750">
              <a:buClr>
                <a:srgbClr val="0C234B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3pPr>
            <a:lvl4pPr marL="971550" indent="-285750">
              <a:buClr>
                <a:srgbClr val="0C234B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4pPr>
            <a:lvl5pPr marL="1200150" indent="-285750">
              <a:buClr>
                <a:srgbClr val="0C234B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5pPr>
          </a:lstStyle>
          <a:p>
            <a:pPr lvl="0"/>
            <a:r>
              <a:rPr lang="en-US" dirty="0"/>
              <a:t>Fist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2594A5-268C-408E-8012-C424DECDEE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93501" y="342794"/>
            <a:ext cx="3081528" cy="2057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F8651DD7-63E6-4903-BD12-0592E672FD7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00647" y="2506694"/>
            <a:ext cx="3081528" cy="20574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2B0326-EFC3-4F10-B836-18ED819D7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51960" y="4823460"/>
            <a:ext cx="64008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606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ictur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9">
            <a:extLst>
              <a:ext uri="{FF2B5EF4-FFF2-40B4-BE49-F238E27FC236}">
                <a16:creationId xmlns:a16="http://schemas.microsoft.com/office/drawing/2014/main" id="{52E66EB2-263D-BA4C-964B-DCF423D7C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3263" y="416463"/>
            <a:ext cx="22860" cy="4114800"/>
          </a:xfrm>
          <a:custGeom>
            <a:avLst/>
            <a:gdLst/>
            <a:ahLst/>
            <a:cxnLst/>
            <a:rect l="l" t="t" r="r" b="b"/>
            <a:pathLst>
              <a:path w="28575" h="8229600">
                <a:moveTo>
                  <a:pt x="0" y="0"/>
                </a:moveTo>
                <a:lnTo>
                  <a:pt x="28574" y="0"/>
                </a:lnTo>
                <a:lnTo>
                  <a:pt x="28574" y="8229599"/>
                </a:lnTo>
                <a:lnTo>
                  <a:pt x="0" y="8229599"/>
                </a:lnTo>
                <a:lnTo>
                  <a:pt x="0" y="0"/>
                </a:lnTo>
                <a:close/>
              </a:path>
            </a:pathLst>
          </a:custGeom>
          <a:solidFill>
            <a:srgbClr val="AB0420"/>
          </a:solidFill>
        </p:spPr>
        <p:txBody>
          <a:bodyPr wrap="square" lIns="0" tIns="0" rIns="0" bIns="0" rtlCol="0"/>
          <a:lstStyle/>
          <a:p>
            <a:endParaRPr sz="21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39BDA-28DD-4208-87C4-93386440B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5376"/>
            <a:ext cx="3793301" cy="1103313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6912D05-B42B-4961-BFC4-A2F86CEB38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376" y="1525218"/>
            <a:ext cx="3167063" cy="349250"/>
          </a:xfrm>
        </p:spPr>
        <p:txBody>
          <a:bodyPr/>
          <a:lstStyle>
            <a:lvl1pPr>
              <a:defRPr sz="1800" cap="all" baseline="0">
                <a:latin typeface="+mn-lt"/>
                <a:cs typeface="Times New Roman" panose="02020603050405020304" pitchFamily="18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Subhead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C30B01C-88F2-4FAD-859B-E87AFDD3B6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376" y="1996430"/>
            <a:ext cx="3794125" cy="2627043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1pPr>
            <a:lvl2pPr marL="514350" indent="-285750">
              <a:buClr>
                <a:srgbClr val="0C234B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2pPr>
            <a:lvl3pPr marL="742950" indent="-285750">
              <a:buClr>
                <a:srgbClr val="0C234B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3pPr>
            <a:lvl4pPr marL="971550" indent="-285750">
              <a:buClr>
                <a:srgbClr val="0C234B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4pPr>
            <a:lvl5pPr marL="1200150" indent="-285750">
              <a:buClr>
                <a:srgbClr val="0C234B"/>
              </a:buClr>
              <a:buFont typeface="Arial" panose="020B0604020202020204" pitchFamily="34" charset="0"/>
              <a:buChar char="•"/>
              <a:defRPr>
                <a:solidFill>
                  <a:srgbClr val="0C234B"/>
                </a:solidFill>
              </a:defRPr>
            </a:lvl5pPr>
          </a:lstStyle>
          <a:p>
            <a:pPr lvl="0"/>
            <a:r>
              <a:rPr lang="en-US" dirty="0"/>
              <a:t>Fist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E2594A5-268C-408E-8012-C424DECDEE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93501" y="342794"/>
            <a:ext cx="3081528" cy="2057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F8651DD7-63E6-4903-BD12-0592E672FD7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00647" y="2506694"/>
            <a:ext cx="3081528" cy="20574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A87F3C-1845-4294-85C8-02F3C0D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51960" y="4823460"/>
            <a:ext cx="64008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0532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D4FFD09F-8BBB-4F4A-A03E-0EEFA8DA3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2E8EB"/>
          </a:solidFill>
        </p:spPr>
        <p:txBody>
          <a:bodyPr wrap="square" lIns="0" tIns="0" rIns="0" bIns="0" rtlCol="0"/>
          <a:lstStyle/>
          <a:p>
            <a:endParaRPr sz="2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D6C86A-7EF8-4995-B791-F52BAC491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51960" y="4823460"/>
            <a:ext cx="640080" cy="32004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94E458-004D-40AB-9FEC-0F877818BF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18742" y="233723"/>
            <a:ext cx="1816765" cy="485893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DDC6ED7-1FCF-B0B3-EDEE-F4C7790644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641" y="73702"/>
            <a:ext cx="5990665" cy="320041"/>
          </a:xfrm>
        </p:spPr>
        <p:txBody>
          <a:bodyPr/>
          <a:lstStyle>
            <a:lvl1pPr>
              <a:defRPr sz="28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42064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9C6AE3-FB74-487A-A448-DF9FBEF8E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51960" y="4823460"/>
            <a:ext cx="640080" cy="3200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5397CE-D0E4-0A22-D82A-1DD2A8D01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535" y="194725"/>
            <a:ext cx="5990665" cy="320041"/>
          </a:xfrm>
        </p:spPr>
        <p:txBody>
          <a:bodyPr/>
          <a:lstStyle>
            <a:lvl1pPr>
              <a:defRPr sz="28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12455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30CF74D-551E-4A96-87EA-276ED96810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3507" y="1129936"/>
            <a:ext cx="8112036" cy="3605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  <a:p>
            <a:pPr lvl="4"/>
            <a:r>
              <a:rPr lang="en-US" dirty="0">
                <a:sym typeface="Calibri" charset="0"/>
              </a:rPr>
              <a:t>Fifth level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8644D52-D6E4-46C9-BE76-FA0F0A7006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3507" y="115649"/>
            <a:ext cx="8562703" cy="603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" charset="0"/>
              </a:rPr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4883FF-9D84-4F16-BE6E-5244E4CB8A5F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262947" y="222585"/>
            <a:ext cx="1815739" cy="4970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9176E6-81F0-456E-87C4-C93C729A00E4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8287916" y="4411407"/>
            <a:ext cx="719390" cy="67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220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0" r:id="rId2"/>
    <p:sldLayoutId id="2147483735" r:id="rId3"/>
    <p:sldLayoutId id="2147483711" r:id="rId4"/>
    <p:sldLayoutId id="2147483734" r:id="rId5"/>
    <p:sldLayoutId id="2147483727" r:id="rId6"/>
    <p:sldLayoutId id="2147483712" r:id="rId7"/>
    <p:sldLayoutId id="2147483713" r:id="rId8"/>
    <p:sldLayoutId id="2147483714" r:id="rId9"/>
    <p:sldLayoutId id="2147483731" r:id="rId10"/>
    <p:sldLayoutId id="2147483730" r:id="rId11"/>
    <p:sldLayoutId id="2147483716" r:id="rId12"/>
    <p:sldLayoutId id="2147483729" r:id="rId13"/>
    <p:sldLayoutId id="2147483728" r:id="rId14"/>
    <p:sldLayoutId id="2147483717" r:id="rId15"/>
  </p:sldLayoutIdLst>
  <p:hf hdr="0" ftr="0" dt="0"/>
  <p:txStyles>
    <p:titleStyle>
      <a:lvl1pPr eaLnBrk="1" hangingPunct="1">
        <a:defRPr sz="2800">
          <a:solidFill>
            <a:srgbClr val="0C234B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85750" indent="-285750" eaLnBrk="1" hangingPunct="1">
        <a:buClr>
          <a:srgbClr val="C00000"/>
        </a:buClr>
        <a:buFont typeface="Arial" panose="020B0604020202020204" pitchFamily="34" charset="0"/>
        <a:buChar char="•"/>
        <a:defRPr>
          <a:solidFill>
            <a:srgbClr val="0C234B"/>
          </a:solidFill>
          <a:latin typeface="+mn-lt"/>
          <a:ea typeface="+mn-ea"/>
          <a:cs typeface="+mn-cs"/>
        </a:defRPr>
      </a:lvl1pPr>
      <a:lvl2pPr marL="514350" indent="-285750" eaLnBrk="1" hangingPunct="1">
        <a:buClr>
          <a:srgbClr val="C00000"/>
        </a:buClr>
        <a:buFont typeface="Arial" panose="020B0604020202020204" pitchFamily="34" charset="0"/>
        <a:buChar char="•"/>
        <a:defRPr>
          <a:solidFill>
            <a:srgbClr val="0C234B"/>
          </a:solidFill>
          <a:latin typeface="+mn-lt"/>
          <a:ea typeface="+mn-ea"/>
          <a:cs typeface="+mn-cs"/>
        </a:defRPr>
      </a:lvl2pPr>
      <a:lvl3pPr marL="742950" indent="-285750" eaLnBrk="1" hangingPunct="1">
        <a:buClr>
          <a:srgbClr val="C00000"/>
        </a:buClr>
        <a:buFont typeface="Arial" panose="020B0604020202020204" pitchFamily="34" charset="0"/>
        <a:buChar char="•"/>
        <a:defRPr>
          <a:solidFill>
            <a:srgbClr val="0C234B"/>
          </a:solidFill>
          <a:latin typeface="+mn-lt"/>
          <a:ea typeface="+mn-ea"/>
          <a:cs typeface="+mn-cs"/>
        </a:defRPr>
      </a:lvl3pPr>
      <a:lvl4pPr marL="971550" indent="-285750" eaLnBrk="1" hangingPunct="1">
        <a:buClr>
          <a:srgbClr val="C00000"/>
        </a:buClr>
        <a:buFont typeface="Arial" panose="020B0604020202020204" pitchFamily="34" charset="0"/>
        <a:buChar char="•"/>
        <a:defRPr>
          <a:solidFill>
            <a:srgbClr val="0C234B"/>
          </a:solidFill>
          <a:latin typeface="+mn-lt"/>
          <a:ea typeface="+mn-ea"/>
          <a:cs typeface="+mn-cs"/>
        </a:defRPr>
      </a:lvl4pPr>
      <a:lvl5pPr marL="1200150" indent="-285750" eaLnBrk="1" hangingPunct="1">
        <a:buClr>
          <a:srgbClr val="C00000"/>
        </a:buClr>
        <a:buFont typeface="Arial" panose="020B0604020202020204" pitchFamily="34" charset="0"/>
        <a:buChar char="•"/>
        <a:defRPr>
          <a:solidFill>
            <a:srgbClr val="0C234B"/>
          </a:solidFill>
          <a:latin typeface="+mn-lt"/>
          <a:ea typeface="+mn-ea"/>
          <a:cs typeface="+mn-cs"/>
        </a:defRPr>
      </a:lvl5pPr>
      <a:lvl6pPr marL="1143000" eaLnBrk="1" hangingPunct="1">
        <a:defRPr>
          <a:latin typeface="+mn-lt"/>
          <a:ea typeface="+mn-ea"/>
          <a:cs typeface="+mn-cs"/>
        </a:defRPr>
      </a:lvl6pPr>
      <a:lvl7pPr marL="1371600" eaLnBrk="1" hangingPunct="1">
        <a:defRPr>
          <a:latin typeface="+mn-lt"/>
          <a:ea typeface="+mn-ea"/>
          <a:cs typeface="+mn-cs"/>
        </a:defRPr>
      </a:lvl7pPr>
      <a:lvl8pPr marL="1600200" eaLnBrk="1" hangingPunct="1">
        <a:defRPr>
          <a:latin typeface="+mn-lt"/>
          <a:ea typeface="+mn-ea"/>
          <a:cs typeface="+mn-cs"/>
        </a:defRPr>
      </a:lvl8pPr>
      <a:lvl9pPr marL="18288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28600" eaLnBrk="1" hangingPunct="1">
        <a:defRPr>
          <a:latin typeface="+mn-lt"/>
          <a:ea typeface="+mn-ea"/>
          <a:cs typeface="+mn-cs"/>
        </a:defRPr>
      </a:lvl2pPr>
      <a:lvl3pPr marL="457200" eaLnBrk="1" hangingPunct="1">
        <a:defRPr>
          <a:latin typeface="+mn-lt"/>
          <a:ea typeface="+mn-ea"/>
          <a:cs typeface="+mn-cs"/>
        </a:defRPr>
      </a:lvl3pPr>
      <a:lvl4pPr marL="685800" eaLnBrk="1" hangingPunct="1">
        <a:defRPr>
          <a:latin typeface="+mn-lt"/>
          <a:ea typeface="+mn-ea"/>
          <a:cs typeface="+mn-cs"/>
        </a:defRPr>
      </a:lvl4pPr>
      <a:lvl5pPr marL="914400" eaLnBrk="1" hangingPunct="1">
        <a:defRPr>
          <a:latin typeface="+mn-lt"/>
          <a:ea typeface="+mn-ea"/>
          <a:cs typeface="+mn-cs"/>
        </a:defRPr>
      </a:lvl5pPr>
      <a:lvl6pPr marL="1143000" eaLnBrk="1" hangingPunct="1">
        <a:defRPr>
          <a:latin typeface="+mn-lt"/>
          <a:ea typeface="+mn-ea"/>
          <a:cs typeface="+mn-cs"/>
        </a:defRPr>
      </a:lvl6pPr>
      <a:lvl7pPr marL="1371600" eaLnBrk="1" hangingPunct="1">
        <a:defRPr>
          <a:latin typeface="+mn-lt"/>
          <a:ea typeface="+mn-ea"/>
          <a:cs typeface="+mn-cs"/>
        </a:defRPr>
      </a:lvl7pPr>
      <a:lvl8pPr marL="1600200" eaLnBrk="1" hangingPunct="1">
        <a:defRPr>
          <a:latin typeface="+mn-lt"/>
          <a:ea typeface="+mn-ea"/>
          <a:cs typeface="+mn-cs"/>
        </a:defRPr>
      </a:lvl8pPr>
      <a:lvl9pPr marL="1828800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 userDrawn="1">
          <p15:clr>
            <a:srgbClr val="F26B43"/>
          </p15:clr>
        </p15:guide>
        <p15:guide id="2" pos="5472" userDrawn="1">
          <p15:clr>
            <a:srgbClr val="F26B43"/>
          </p15:clr>
        </p15:guide>
        <p15:guide id="3" orient="horz" pos="180" userDrawn="1">
          <p15:clr>
            <a:srgbClr val="F26B43"/>
          </p15:clr>
        </p15:guide>
        <p15:guide id="4" orient="horz" pos="2916" userDrawn="1">
          <p15:clr>
            <a:srgbClr val="F26B43"/>
          </p15:clr>
        </p15:guide>
        <p15:guide id="5" pos="2880" userDrawn="1">
          <p15:clr>
            <a:srgbClr val="A4A3A4"/>
          </p15:clr>
        </p15:guide>
        <p15:guide id="6" pos="864" userDrawn="1">
          <p15:clr>
            <a:srgbClr val="A4A3A4"/>
          </p15:clr>
        </p15:guide>
        <p15:guide id="7" orient="horz" pos="1332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3420F-9319-4EA7-A624-A45BC6679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582" y="1721088"/>
            <a:ext cx="7976032" cy="1498826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dirty="0"/>
              <a:t>SFWE 301  </a:t>
            </a:r>
            <a:br>
              <a:rPr lang="en-US" dirty="0"/>
            </a:br>
            <a:r>
              <a:rPr lang="en-US" sz="2400" dirty="0"/>
              <a:t>UA Scholarship Application Management System (UASAMS)</a:t>
            </a:r>
            <a:br>
              <a:rPr lang="en-US" sz="2400" dirty="0"/>
            </a:br>
            <a:r>
              <a:rPr lang="en-US" sz="2400" dirty="0"/>
              <a:t>Acceptance Test Review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F64E7CE-B88B-EE8C-6E25-517133AF9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50399" y="3096089"/>
            <a:ext cx="5522399" cy="24765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SFWE 301 -  Fall 2025</a:t>
            </a:r>
          </a:p>
          <a:p>
            <a:pPr marL="0" indent="0">
              <a:buNone/>
            </a:pPr>
            <a:r>
              <a:rPr lang="en-US" i="1" dirty="0"/>
              <a:t>Team 7:  </a:t>
            </a:r>
          </a:p>
          <a:p>
            <a:pPr marL="228600" lvl="1" indent="0">
              <a:buNone/>
            </a:pPr>
            <a:r>
              <a:rPr lang="en-US" sz="1600" i="1" dirty="0"/>
              <a:t> Daniel Rivera, Mason Njos, Ernesto Martinez, Evan Harris</a:t>
            </a:r>
            <a:endParaRPr lang="en-US" sz="1600" i="1" cap="none" dirty="0"/>
          </a:p>
        </p:txBody>
      </p:sp>
      <p:pic>
        <p:nvPicPr>
          <p:cNvPr id="3" name="Picture 2" descr="Student Scholarships &amp; Aid – First Lutheran Church and School – Glencoe,  Minnesota">
            <a:extLst>
              <a:ext uri="{FF2B5EF4-FFF2-40B4-BE49-F238E27FC236}">
                <a16:creationId xmlns:a16="http://schemas.microsoft.com/office/drawing/2014/main" id="{411BA0F8-3114-6AEA-CD3F-AC594F3DC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577" y="300935"/>
            <a:ext cx="2995645" cy="16776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6760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BF94-64A2-519C-76AF-8C2FE970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Entrance Criteria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90B8E-CBEF-9627-8293-240110E796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6376" y="1065600"/>
            <a:ext cx="6870167" cy="3557873"/>
          </a:xfrm>
        </p:spPr>
        <p:txBody>
          <a:bodyPr/>
          <a:lstStyle/>
          <a:p>
            <a:r>
              <a:rPr lang="en-US" dirty="0"/>
              <a:t>See Module 7, slide 23 (see screenshot to the right)</a:t>
            </a:r>
          </a:p>
          <a:p>
            <a:r>
              <a:rPr lang="en-US" dirty="0"/>
              <a:t>Tailor to make it relevant to your project and use of Jama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EA1716-D60F-996F-9A91-BBF684BEB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745" y="2052272"/>
            <a:ext cx="3760771" cy="211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992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BF94-64A2-519C-76AF-8C2FE970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UASAMS Description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90B8E-CBEF-9627-8293-240110E796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6376" y="1065600"/>
            <a:ext cx="6870167" cy="3557873"/>
          </a:xfrm>
        </p:spPr>
        <p:txBody>
          <a:bodyPr/>
          <a:lstStyle/>
          <a:p>
            <a:pPr lvl="1"/>
            <a:r>
              <a:rPr lang="en-US" dirty="0"/>
              <a:t>Purpose:</a:t>
            </a:r>
          </a:p>
          <a:p>
            <a:pPr lvl="2"/>
            <a:r>
              <a:rPr lang="en-US" dirty="0"/>
              <a:t>A system to streamline applications, reviews, awards, and reporting for the College of Engineering</a:t>
            </a:r>
          </a:p>
          <a:p>
            <a:pPr lvl="1"/>
            <a:r>
              <a:rPr lang="en-US" dirty="0"/>
              <a:t>Key Features:</a:t>
            </a:r>
          </a:p>
          <a:p>
            <a:pPr lvl="2"/>
            <a:r>
              <a:rPr lang="en-US" dirty="0"/>
              <a:t>Online applications and document uploads</a:t>
            </a:r>
          </a:p>
          <a:p>
            <a:pPr lvl="2"/>
            <a:r>
              <a:rPr lang="en-US" dirty="0"/>
              <a:t>Automated notification</a:t>
            </a:r>
          </a:p>
          <a:p>
            <a:pPr lvl="2"/>
            <a:r>
              <a:rPr lang="en-US" dirty="0"/>
              <a:t>Reviewer scoring and selection</a:t>
            </a:r>
          </a:p>
          <a:p>
            <a:pPr lvl="2"/>
            <a:r>
              <a:rPr lang="en-US" dirty="0"/>
              <a:t>Scholarship-applicant matching</a:t>
            </a:r>
          </a:p>
          <a:p>
            <a:pPr lvl="2"/>
            <a:r>
              <a:rPr lang="en-US" dirty="0"/>
              <a:t>Reporting and analytic</a:t>
            </a:r>
          </a:p>
          <a:p>
            <a:pPr lvl="2"/>
            <a:r>
              <a:rPr lang="en-US" dirty="0"/>
              <a:t>Secure, role-based access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725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BF94-64A2-519C-76AF-8C2FE970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Final SW Requirements / SRVM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90B8E-CBEF-9627-8293-240110E796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6376" y="1065600"/>
            <a:ext cx="8140424" cy="3557873"/>
          </a:xfrm>
        </p:spPr>
        <p:txBody>
          <a:bodyPr/>
          <a:lstStyle/>
          <a:p>
            <a:r>
              <a:rPr lang="en-US" dirty="0"/>
              <a:t>Export your requirements for the entire project – including test methods from Jama)</a:t>
            </a:r>
          </a:p>
          <a:p>
            <a:r>
              <a:rPr lang="en-US" dirty="0"/>
              <a:t>This will likely take 3-4 pages</a:t>
            </a:r>
          </a:p>
        </p:txBody>
      </p:sp>
    </p:spTree>
    <p:extLst>
      <p:ext uri="{BB962C8B-B14F-4D97-AF65-F5344CB8AC3E}">
        <p14:creationId xmlns:p14="http://schemas.microsoft.com/office/powerpoint/2010/main" val="3208036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BF94-64A2-519C-76AF-8C2FE970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Requests Summary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90B8E-CBEF-9627-8293-240110E796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6376" y="1065600"/>
            <a:ext cx="7794824" cy="3557873"/>
          </a:xfrm>
        </p:spPr>
        <p:txBody>
          <a:bodyPr/>
          <a:lstStyle/>
          <a:p>
            <a:r>
              <a:rPr lang="en-US" dirty="0"/>
              <a:t>Make sure that your change requests (for requirements) are complete, linked to requirements that you are changing and signed by either Prof Sharon or Prof Saldana</a:t>
            </a:r>
          </a:p>
          <a:p>
            <a:r>
              <a:rPr lang="en-US" dirty="0"/>
              <a:t>You do Not need a change request for any of your test procedures!</a:t>
            </a:r>
          </a:p>
        </p:txBody>
      </p:sp>
    </p:spTree>
    <p:extLst>
      <p:ext uri="{BB962C8B-B14F-4D97-AF65-F5344CB8AC3E}">
        <p14:creationId xmlns:p14="http://schemas.microsoft.com/office/powerpoint/2010/main" val="1108937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BF94-64A2-519C-76AF-8C2FE970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Mapping to Test Procedures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90B8E-CBEF-9627-8293-240110E796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6376" y="1065600"/>
            <a:ext cx="6870167" cy="3557873"/>
          </a:xfrm>
        </p:spPr>
        <p:txBody>
          <a:bodyPr/>
          <a:lstStyle/>
          <a:p>
            <a:r>
              <a:rPr lang="en-US" dirty="0"/>
              <a:t>Only required for the subsystem that your team implemented</a:t>
            </a:r>
          </a:p>
        </p:txBody>
      </p:sp>
    </p:spTree>
    <p:extLst>
      <p:ext uri="{BB962C8B-B14F-4D97-AF65-F5344CB8AC3E}">
        <p14:creationId xmlns:p14="http://schemas.microsoft.com/office/powerpoint/2010/main" val="49708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BF94-64A2-519C-76AF-8C2FE970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Environment Description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90B8E-CBEF-9627-8293-240110E796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6376" y="1065600"/>
            <a:ext cx="8039624" cy="3557873"/>
          </a:xfrm>
        </p:spPr>
        <p:txBody>
          <a:bodyPr/>
          <a:lstStyle/>
          <a:p>
            <a:r>
              <a:rPr lang="en-US" dirty="0"/>
              <a:t>Be sure to describe the test setup including any “canned” data files that you are using to represent students' applications, scholarships, etc.</a:t>
            </a:r>
          </a:p>
          <a:p>
            <a:r>
              <a:rPr lang="en-US" dirty="0"/>
              <a:t>Are those test files in GitHub?</a:t>
            </a:r>
          </a:p>
        </p:txBody>
      </p:sp>
    </p:spTree>
    <p:extLst>
      <p:ext uri="{BB962C8B-B14F-4D97-AF65-F5344CB8AC3E}">
        <p14:creationId xmlns:p14="http://schemas.microsoft.com/office/powerpoint/2010/main" val="3294806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BF94-64A2-519C-76AF-8C2FE970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Procedures </a:t>
            </a:r>
            <a:r>
              <a:rPr lang="en-US" i="1" dirty="0"/>
              <a:t>&lt;and Results&gt;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90B8E-CBEF-9627-8293-240110E796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6376" y="1065600"/>
            <a:ext cx="6870167" cy="3557873"/>
          </a:xfrm>
        </p:spPr>
        <p:txBody>
          <a:bodyPr/>
          <a:lstStyle/>
          <a:p>
            <a:r>
              <a:rPr lang="en-US" dirty="0"/>
              <a:t>Export each individual Test Procedure from Jama.</a:t>
            </a:r>
          </a:p>
          <a:p>
            <a:pPr lvl="1"/>
            <a:r>
              <a:rPr lang="en-US" dirty="0"/>
              <a:t>See announcement for how to do this that was posted to D2L</a:t>
            </a:r>
          </a:p>
          <a:p>
            <a:r>
              <a:rPr lang="en-US" dirty="0"/>
              <a:t>Make sure that your test procedures are detailed and unambiguous</a:t>
            </a:r>
          </a:p>
          <a:p>
            <a:r>
              <a:rPr lang="en-US" dirty="0"/>
              <a:t>Two approaches to share results:  </a:t>
            </a:r>
          </a:p>
          <a:p>
            <a:pPr lvl="1"/>
            <a:r>
              <a:rPr lang="en-US" dirty="0"/>
              <a:t>As you share each test procedure – show the results of executing that test at the same time you are showing the test procedure</a:t>
            </a:r>
          </a:p>
          <a:p>
            <a:pPr lvl="1"/>
            <a:r>
              <a:rPr lang="en-US" dirty="0"/>
              <a:t>The alternative to this is to summarize the results when you do the implementation demonstration.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82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BF94-64A2-519C-76AF-8C2FE970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Demonstration / Test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90B8E-CBEF-9627-8293-240110E796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6376" y="1065600"/>
            <a:ext cx="6870167" cy="355787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If you have already shown the test results with each test procedure, this section will be a demonstration of your team’s implementation.</a:t>
            </a:r>
          </a:p>
          <a:p>
            <a:pPr>
              <a:spcBef>
                <a:spcPts val="600"/>
              </a:spcBef>
            </a:pPr>
            <a:r>
              <a:rPr lang="en-US" dirty="0"/>
              <a:t>If you did not show the results for each test procedure when you discussed the test procedure, then this section should also show results of executing each test procedure.</a:t>
            </a:r>
          </a:p>
        </p:txBody>
      </p:sp>
    </p:spTree>
    <p:extLst>
      <p:ext uri="{BB962C8B-B14F-4D97-AF65-F5344CB8AC3E}">
        <p14:creationId xmlns:p14="http://schemas.microsoft.com/office/powerpoint/2010/main" val="2214578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BF94-64A2-519C-76AF-8C2FE970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Anomalies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90B8E-CBEF-9627-8293-240110E796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6376" y="1065600"/>
            <a:ext cx="6870167" cy="3557873"/>
          </a:xfrm>
        </p:spPr>
        <p:txBody>
          <a:bodyPr/>
          <a:lstStyle/>
          <a:p>
            <a:r>
              <a:rPr lang="en-US" dirty="0"/>
              <a:t>Summarize any test anomalies that your implementation has</a:t>
            </a:r>
          </a:p>
          <a:p>
            <a:r>
              <a:rPr lang="en-US" dirty="0"/>
              <a:t>Be sure to summarize the impact of those anomalies</a:t>
            </a:r>
          </a:p>
          <a:p>
            <a:r>
              <a:rPr lang="en-US" dirty="0"/>
              <a:t>See rubric for more details</a:t>
            </a:r>
          </a:p>
        </p:txBody>
      </p:sp>
    </p:spTree>
    <p:extLst>
      <p:ext uri="{BB962C8B-B14F-4D97-AF65-F5344CB8AC3E}">
        <p14:creationId xmlns:p14="http://schemas.microsoft.com/office/powerpoint/2010/main" val="2653865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BF94-64A2-519C-76AF-8C2FE970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Waivers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90B8E-CBEF-9627-8293-240110E796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6376" y="1065600"/>
            <a:ext cx="6870167" cy="3557873"/>
          </a:xfrm>
        </p:spPr>
        <p:txBody>
          <a:bodyPr/>
          <a:lstStyle/>
          <a:p>
            <a:r>
              <a:rPr lang="en-US" dirty="0"/>
              <a:t>Summarize any waivers that your team has</a:t>
            </a:r>
          </a:p>
          <a:p>
            <a:r>
              <a:rPr lang="en-US" dirty="0"/>
              <a:t>Waivers should be approved in advance</a:t>
            </a:r>
          </a:p>
        </p:txBody>
      </p:sp>
    </p:spTree>
    <p:extLst>
      <p:ext uri="{BB962C8B-B14F-4D97-AF65-F5344CB8AC3E}">
        <p14:creationId xmlns:p14="http://schemas.microsoft.com/office/powerpoint/2010/main" val="1380417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BF94-64A2-519C-76AF-8C2FE970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Evaluation of Test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90B8E-CBEF-9627-8293-240110E796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6376" y="1065600"/>
            <a:ext cx="6870167" cy="3557873"/>
          </a:xfrm>
        </p:spPr>
        <p:txBody>
          <a:bodyPr/>
          <a:lstStyle/>
          <a:p>
            <a:r>
              <a:rPr lang="en-US" dirty="0"/>
              <a:t>Using the SRVM for your subsystem – indicate for each requirement whether the requirement and test method passed or failed </a:t>
            </a:r>
          </a:p>
        </p:txBody>
      </p:sp>
    </p:spTree>
    <p:extLst>
      <p:ext uri="{BB962C8B-B14F-4D97-AF65-F5344CB8AC3E}">
        <p14:creationId xmlns:p14="http://schemas.microsoft.com/office/powerpoint/2010/main" val="1014136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BF94-64A2-519C-76AF-8C2FE970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Criteria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90B8E-CBEF-9627-8293-240110E796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6376" y="1065600"/>
            <a:ext cx="6870167" cy="3557873"/>
          </a:xfrm>
        </p:spPr>
        <p:txBody>
          <a:bodyPr/>
          <a:lstStyle/>
          <a:p>
            <a:r>
              <a:rPr lang="en-US" dirty="0"/>
              <a:t>See Module 7, slide 24 (see screenshot to the right)</a:t>
            </a:r>
          </a:p>
          <a:p>
            <a:r>
              <a:rPr lang="en-US" dirty="0"/>
              <a:t>Tailor to make it relevant o your project and use of Jama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83D131-548F-20FC-B3F2-CB18794C4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240" y="2258712"/>
            <a:ext cx="3476597" cy="195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566302"/>
      </p:ext>
    </p:extLst>
  </p:cSld>
  <p:clrMapOvr>
    <a:masterClrMapping/>
  </p:clrMapOvr>
</p:sld>
</file>

<file path=ppt/theme/theme1.xml><?xml version="1.0" encoding="utf-8"?>
<a:theme xmlns:a="http://schemas.openxmlformats.org/drawingml/2006/main" name="UArizona Profession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B042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Arizona Professional" id="{00029ADC-C40C-E840-8C76-A830D4725332}" vid="{14B34F41-2AD1-0A45-8635-3C8C8776F7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ODL_BrandingTemp_VIDEO_PP_16x9 (1)</Template>
  <TotalTime>6964</TotalTime>
  <Pages>0</Pages>
  <Words>475</Words>
  <Characters>0</Characters>
  <Application>Microsoft Macintosh PowerPoint</Application>
  <PresentationFormat>On-screen Show (16:9)</PresentationFormat>
  <Lines>0</Lines>
  <Paragraphs>52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Gill Sans</vt:lpstr>
      <vt:lpstr>Wingdings</vt:lpstr>
      <vt:lpstr>UArizona Professional</vt:lpstr>
      <vt:lpstr>SFWE 301   UA Scholarship Application Management System (UASAMS) Acceptance Test Review</vt:lpstr>
      <vt:lpstr>Entrance Criteria</vt:lpstr>
      <vt:lpstr>UASAMS Description</vt:lpstr>
      <vt:lpstr>Summary of Final SW Requirements / SRVM</vt:lpstr>
      <vt:lpstr>Change Requests Summary</vt:lpstr>
      <vt:lpstr>Requirement Mapping to Test Procedures</vt:lpstr>
      <vt:lpstr>Test Environment Description</vt:lpstr>
      <vt:lpstr>Test Procedures &lt;and Results&gt;</vt:lpstr>
      <vt:lpstr>Code Demonstration / Test Results</vt:lpstr>
      <vt:lpstr>Test Anomalies </vt:lpstr>
      <vt:lpstr>Summary of Waivers</vt:lpstr>
      <vt:lpstr>Overall Evaluation of Test Results</vt:lpstr>
      <vt:lpstr>Exit Criteria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Lutman, Lindsay - (lindsaylutman)</dc:creator>
  <cp:lastModifiedBy>Rivera Castelo, Daniel Alberto - (danielrivera2)</cp:lastModifiedBy>
  <cp:revision>31</cp:revision>
  <cp:lastPrinted>2014-05-13T16:42:03Z</cp:lastPrinted>
  <dcterms:created xsi:type="dcterms:W3CDTF">2021-07-23T17:53:40Z</dcterms:created>
  <dcterms:modified xsi:type="dcterms:W3CDTF">2025-11-30T22:57:39Z</dcterms:modified>
</cp:coreProperties>
</file>